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303" r:id="rId6"/>
    <p:sldId id="267" r:id="rId7"/>
    <p:sldId id="268" r:id="rId8"/>
    <p:sldId id="269" r:id="rId9"/>
    <p:sldId id="270" r:id="rId10"/>
    <p:sldId id="272" r:id="rId11"/>
    <p:sldId id="271" r:id="rId12"/>
    <p:sldId id="273" r:id="rId13"/>
    <p:sldId id="274" r:id="rId14"/>
    <p:sldId id="275" r:id="rId15"/>
    <p:sldId id="295" r:id="rId16"/>
    <p:sldId id="276" r:id="rId17"/>
    <p:sldId id="277" r:id="rId18"/>
    <p:sldId id="296" r:id="rId19"/>
    <p:sldId id="297" r:id="rId20"/>
    <p:sldId id="263" r:id="rId21"/>
    <p:sldId id="278" r:id="rId22"/>
    <p:sldId id="279" r:id="rId23"/>
    <p:sldId id="281" r:id="rId24"/>
    <p:sldId id="283" r:id="rId25"/>
    <p:sldId id="284" r:id="rId26"/>
    <p:sldId id="280" r:id="rId27"/>
    <p:sldId id="282" r:id="rId28"/>
    <p:sldId id="285" r:id="rId29"/>
    <p:sldId id="286" r:id="rId30"/>
    <p:sldId id="287" r:id="rId31"/>
    <p:sldId id="288" r:id="rId32"/>
    <p:sldId id="289" r:id="rId33"/>
    <p:sldId id="290" r:id="rId34"/>
    <p:sldId id="304" r:id="rId35"/>
    <p:sldId id="291" r:id="rId36"/>
    <p:sldId id="266" r:id="rId37"/>
    <p:sldId id="292" r:id="rId38"/>
    <p:sldId id="293" r:id="rId39"/>
    <p:sldId id="294" r:id="rId40"/>
    <p:sldId id="302" r:id="rId41"/>
    <p:sldId id="308" r:id="rId42"/>
    <p:sldId id="307" r:id="rId43"/>
    <p:sldId id="305" r:id="rId44"/>
    <p:sldId id="306" r:id="rId45"/>
    <p:sldId id="309" r:id="rId46"/>
    <p:sldId id="260" r:id="rId47"/>
    <p:sldId id="311" r:id="rId48"/>
    <p:sldId id="310" r:id="rId49"/>
    <p:sldId id="261" r:id="rId50"/>
    <p:sldId id="262" r:id="rId51"/>
    <p:sldId id="315" r:id="rId52"/>
    <p:sldId id="323" r:id="rId53"/>
    <p:sldId id="324" r:id="rId54"/>
    <p:sldId id="331" r:id="rId55"/>
    <p:sldId id="325" r:id="rId56"/>
    <p:sldId id="326" r:id="rId57"/>
    <p:sldId id="332" r:id="rId58"/>
    <p:sldId id="327" r:id="rId59"/>
    <p:sldId id="333" r:id="rId60"/>
    <p:sldId id="328" r:id="rId61"/>
    <p:sldId id="329" r:id="rId62"/>
    <p:sldId id="330" r:id="rId63"/>
    <p:sldId id="316" r:id="rId64"/>
    <p:sldId id="318" r:id="rId65"/>
    <p:sldId id="317" r:id="rId66"/>
    <p:sldId id="319" r:id="rId67"/>
    <p:sldId id="321" r:id="rId68"/>
    <p:sldId id="322" r:id="rId69"/>
    <p:sldId id="320" r:id="rId70"/>
    <p:sldId id="265" r:id="rId71"/>
    <p:sldId id="264" r:id="rId72"/>
    <p:sldId id="258" r:id="rId73"/>
  </p:sldIdLst>
  <p:sldSz cx="10080625" cy="5670550"/>
  <p:notesSz cx="7772400" cy="10058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FD40B2-1947-46F1-B449-66A5D77D5AA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DAA7F4A-E83A-4018-B2FF-9455EBA226C4}">
      <dgm:prSet phldrT="[Texte]"/>
      <dgm:spPr/>
      <dgm:t>
        <a:bodyPr/>
        <a:lstStyle/>
        <a:p>
          <a:r>
            <a:rPr lang="fr-FR" dirty="0" err="1"/>
            <a:t>Two</a:t>
          </a:r>
          <a:r>
            <a:rPr lang="fr-FR" dirty="0"/>
            <a:t> groups (</a:t>
          </a:r>
          <a:r>
            <a:rPr lang="fr-FR" dirty="0" err="1"/>
            <a:t>old</a:t>
          </a:r>
          <a:r>
            <a:rPr lang="fr-FR" dirty="0"/>
            <a:t> vs </a:t>
          </a:r>
          <a:r>
            <a:rPr lang="fr-FR" dirty="0" err="1"/>
            <a:t>young</a:t>
          </a:r>
          <a:r>
            <a:rPr lang="fr-FR" dirty="0"/>
            <a:t>)</a:t>
          </a:r>
        </a:p>
      </dgm:t>
    </dgm:pt>
    <dgm:pt modelId="{2609BED4-F793-46A8-9F0D-C85503A3CC60}" type="parTrans" cxnId="{AF792E2A-2DE1-46F7-B1D9-AEC3CECEBFF1}">
      <dgm:prSet/>
      <dgm:spPr/>
      <dgm:t>
        <a:bodyPr/>
        <a:lstStyle/>
        <a:p>
          <a:endParaRPr lang="fr-FR"/>
        </a:p>
      </dgm:t>
    </dgm:pt>
    <dgm:pt modelId="{A9F04D3E-5193-4CD5-BA33-2511D4C2DB89}" type="sibTrans" cxnId="{AF792E2A-2DE1-46F7-B1D9-AEC3CECEBFF1}">
      <dgm:prSet/>
      <dgm:spPr/>
      <dgm:t>
        <a:bodyPr/>
        <a:lstStyle/>
        <a:p>
          <a:endParaRPr lang="fr-FR"/>
        </a:p>
      </dgm:t>
    </dgm:pt>
    <dgm:pt modelId="{8181CF04-4AF6-4E9F-9294-7E42E71CF5E5}">
      <dgm:prSet phldrT="[Texte]"/>
      <dgm:spPr/>
      <dgm:t>
        <a:bodyPr/>
        <a:lstStyle/>
        <a:p>
          <a:r>
            <a:rPr lang="fr-FR" dirty="0"/>
            <a:t>DTI</a:t>
          </a:r>
        </a:p>
      </dgm:t>
    </dgm:pt>
    <dgm:pt modelId="{0A23688F-395C-43D0-B2AA-5550E2D9C583}" type="parTrans" cxnId="{74FB669A-F7C8-44C2-AD18-3580A954850E}">
      <dgm:prSet/>
      <dgm:spPr/>
      <dgm:t>
        <a:bodyPr/>
        <a:lstStyle/>
        <a:p>
          <a:endParaRPr lang="fr-FR"/>
        </a:p>
      </dgm:t>
    </dgm:pt>
    <dgm:pt modelId="{41AF9045-BAF8-4168-AE4A-33DCC2E07C16}" type="sibTrans" cxnId="{74FB669A-F7C8-44C2-AD18-3580A954850E}">
      <dgm:prSet/>
      <dgm:spPr/>
      <dgm:t>
        <a:bodyPr/>
        <a:lstStyle/>
        <a:p>
          <a:endParaRPr lang="fr-FR"/>
        </a:p>
      </dgm:t>
    </dgm:pt>
    <dgm:pt modelId="{3A7F531A-FD93-47E0-A5E5-42667A4F9012}">
      <dgm:prSet phldrT="[Texte]"/>
      <dgm:spPr/>
      <dgm:t>
        <a:bodyPr/>
        <a:lstStyle/>
        <a:p>
          <a:r>
            <a:rPr lang="fr-FR" dirty="0" err="1"/>
            <a:t>Some</a:t>
          </a:r>
          <a:r>
            <a:rPr lang="fr-FR" dirty="0"/>
            <a:t> </a:t>
          </a:r>
          <a:r>
            <a:rPr lang="fr-FR" dirty="0" err="1"/>
            <a:t>anatomical</a:t>
          </a:r>
          <a:r>
            <a:rPr lang="fr-FR" dirty="0"/>
            <a:t> </a:t>
          </a:r>
          <a:r>
            <a:rPr lang="fr-FR" dirty="0" err="1"/>
            <a:t>differences</a:t>
          </a:r>
          <a:r>
            <a:rPr lang="fr-FR" dirty="0"/>
            <a:t> </a:t>
          </a:r>
          <a:r>
            <a:rPr lang="fr-FR" dirty="0" err="1"/>
            <a:t>between</a:t>
          </a:r>
          <a:r>
            <a:rPr lang="fr-FR" dirty="0"/>
            <a:t> groups</a:t>
          </a:r>
        </a:p>
      </dgm:t>
    </dgm:pt>
    <dgm:pt modelId="{EE0D63B0-73A8-4445-92CC-7C754F7EC848}" type="parTrans" cxnId="{220D3FB3-727A-418B-BD81-426D00B9D3DC}">
      <dgm:prSet/>
      <dgm:spPr/>
      <dgm:t>
        <a:bodyPr/>
        <a:lstStyle/>
        <a:p>
          <a:endParaRPr lang="fr-FR"/>
        </a:p>
      </dgm:t>
    </dgm:pt>
    <dgm:pt modelId="{A3E2C8AA-ABB8-4250-A46C-5705320857B4}" type="sibTrans" cxnId="{220D3FB3-727A-418B-BD81-426D00B9D3DC}">
      <dgm:prSet/>
      <dgm:spPr/>
      <dgm:t>
        <a:bodyPr/>
        <a:lstStyle/>
        <a:p>
          <a:endParaRPr lang="fr-FR"/>
        </a:p>
      </dgm:t>
    </dgm:pt>
    <dgm:pt modelId="{EF67A29A-EA0B-4BE8-A649-90D2E5180D34}">
      <dgm:prSet phldrT="[Texte]"/>
      <dgm:spPr/>
      <dgm:t>
        <a:bodyPr/>
        <a:lstStyle/>
        <a:p>
          <a:r>
            <a:rPr lang="fr-FR" dirty="0" err="1"/>
            <a:t>Aging</a:t>
          </a:r>
          <a:r>
            <a:rPr lang="fr-FR" dirty="0"/>
            <a:t> impacts </a:t>
          </a:r>
          <a:r>
            <a:rPr lang="fr-FR" dirty="0" err="1"/>
            <a:t>anatomy</a:t>
          </a:r>
          <a:r>
            <a:rPr lang="fr-FR" dirty="0"/>
            <a:t> / </a:t>
          </a:r>
          <a:r>
            <a:rPr lang="fr-FR" dirty="0" err="1"/>
            <a:t>Behavior</a:t>
          </a:r>
          <a:endParaRPr lang="fr-FR" dirty="0"/>
        </a:p>
      </dgm:t>
    </dgm:pt>
    <dgm:pt modelId="{329693EC-E421-4940-AC8A-A882182583CF}" type="parTrans" cxnId="{71D2E682-DBEA-4644-8652-28ADE42146F5}">
      <dgm:prSet/>
      <dgm:spPr/>
      <dgm:t>
        <a:bodyPr/>
        <a:lstStyle/>
        <a:p>
          <a:endParaRPr lang="fr-FR"/>
        </a:p>
      </dgm:t>
    </dgm:pt>
    <dgm:pt modelId="{18472722-C89B-4B00-BE14-E96583BDA80D}" type="sibTrans" cxnId="{71D2E682-DBEA-4644-8652-28ADE42146F5}">
      <dgm:prSet/>
      <dgm:spPr/>
      <dgm:t>
        <a:bodyPr/>
        <a:lstStyle/>
        <a:p>
          <a:endParaRPr lang="fr-FR"/>
        </a:p>
      </dgm:t>
    </dgm:pt>
    <dgm:pt modelId="{2B7880EF-BE07-4CC0-8470-08660FA0238B}" type="pres">
      <dgm:prSet presAssocID="{AAFD40B2-1947-46F1-B449-66A5D77D5AA7}" presName="Name0" presStyleCnt="0">
        <dgm:presLayoutVars>
          <dgm:dir/>
          <dgm:animLvl val="lvl"/>
          <dgm:resizeHandles val="exact"/>
        </dgm:presLayoutVars>
      </dgm:prSet>
      <dgm:spPr/>
    </dgm:pt>
    <dgm:pt modelId="{80316730-0A8C-4524-92AC-770ADB9BFD48}" type="pres">
      <dgm:prSet presAssocID="{4DAA7F4A-E83A-4018-B2FF-9455EBA226C4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B0728A-30CE-446D-A339-A35C0B7A5D11}" type="pres">
      <dgm:prSet presAssocID="{A9F04D3E-5193-4CD5-BA33-2511D4C2DB89}" presName="parTxOnlySpace" presStyleCnt="0"/>
      <dgm:spPr/>
    </dgm:pt>
    <dgm:pt modelId="{3ED45B51-9B47-4184-9DA3-595A31E56200}" type="pres">
      <dgm:prSet presAssocID="{8181CF04-4AF6-4E9F-9294-7E42E71CF5E5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63A1CB7-19EC-4390-A238-1CF7795AE8D2}" type="pres">
      <dgm:prSet presAssocID="{41AF9045-BAF8-4168-AE4A-33DCC2E07C16}" presName="parTxOnlySpace" presStyleCnt="0"/>
      <dgm:spPr/>
    </dgm:pt>
    <dgm:pt modelId="{F6E4FDD3-A81B-41F3-8487-D65355E79544}" type="pres">
      <dgm:prSet presAssocID="{3A7F531A-FD93-47E0-A5E5-42667A4F9012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C278E6-34EF-47EA-BD08-625B036B2ACF}" type="pres">
      <dgm:prSet presAssocID="{A3E2C8AA-ABB8-4250-A46C-5705320857B4}" presName="parTxOnlySpace" presStyleCnt="0"/>
      <dgm:spPr/>
    </dgm:pt>
    <dgm:pt modelId="{6C0AD079-01B6-4DE7-9C54-DF72236D2B93}" type="pres">
      <dgm:prSet presAssocID="{EF67A29A-EA0B-4BE8-A649-90D2E5180D34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4CE9E16-491E-4549-AABC-9DF8C55B46A7}" type="presOf" srcId="{8181CF04-4AF6-4E9F-9294-7E42E71CF5E5}" destId="{3ED45B51-9B47-4184-9DA3-595A31E56200}" srcOrd="0" destOrd="0" presId="urn:microsoft.com/office/officeart/2005/8/layout/chevron1"/>
    <dgm:cxn modelId="{73FEAD16-329C-4491-85CB-8D492402D1EE}" type="presOf" srcId="{4DAA7F4A-E83A-4018-B2FF-9455EBA226C4}" destId="{80316730-0A8C-4524-92AC-770ADB9BFD48}" srcOrd="0" destOrd="0" presId="urn:microsoft.com/office/officeart/2005/8/layout/chevron1"/>
    <dgm:cxn modelId="{AF792E2A-2DE1-46F7-B1D9-AEC3CECEBFF1}" srcId="{AAFD40B2-1947-46F1-B449-66A5D77D5AA7}" destId="{4DAA7F4A-E83A-4018-B2FF-9455EBA226C4}" srcOrd="0" destOrd="0" parTransId="{2609BED4-F793-46A8-9F0D-C85503A3CC60}" sibTransId="{A9F04D3E-5193-4CD5-BA33-2511D4C2DB89}"/>
    <dgm:cxn modelId="{98DCF37E-E035-4DC6-AFD7-A02205786337}" type="presOf" srcId="{AAFD40B2-1947-46F1-B449-66A5D77D5AA7}" destId="{2B7880EF-BE07-4CC0-8470-08660FA0238B}" srcOrd="0" destOrd="0" presId="urn:microsoft.com/office/officeart/2005/8/layout/chevron1"/>
    <dgm:cxn modelId="{71D2E682-DBEA-4644-8652-28ADE42146F5}" srcId="{AAFD40B2-1947-46F1-B449-66A5D77D5AA7}" destId="{EF67A29A-EA0B-4BE8-A649-90D2E5180D34}" srcOrd="3" destOrd="0" parTransId="{329693EC-E421-4940-AC8A-A882182583CF}" sibTransId="{18472722-C89B-4B00-BE14-E96583BDA80D}"/>
    <dgm:cxn modelId="{74FB669A-F7C8-44C2-AD18-3580A954850E}" srcId="{AAFD40B2-1947-46F1-B449-66A5D77D5AA7}" destId="{8181CF04-4AF6-4E9F-9294-7E42E71CF5E5}" srcOrd="1" destOrd="0" parTransId="{0A23688F-395C-43D0-B2AA-5550E2D9C583}" sibTransId="{41AF9045-BAF8-4168-AE4A-33DCC2E07C16}"/>
    <dgm:cxn modelId="{220D3FB3-727A-418B-BD81-426D00B9D3DC}" srcId="{AAFD40B2-1947-46F1-B449-66A5D77D5AA7}" destId="{3A7F531A-FD93-47E0-A5E5-42667A4F9012}" srcOrd="2" destOrd="0" parTransId="{EE0D63B0-73A8-4445-92CC-7C754F7EC848}" sibTransId="{A3E2C8AA-ABB8-4250-A46C-5705320857B4}"/>
    <dgm:cxn modelId="{10C328CA-C7E8-425C-877C-F0E4EE89AAC8}" type="presOf" srcId="{3A7F531A-FD93-47E0-A5E5-42667A4F9012}" destId="{F6E4FDD3-A81B-41F3-8487-D65355E79544}" srcOrd="0" destOrd="0" presId="urn:microsoft.com/office/officeart/2005/8/layout/chevron1"/>
    <dgm:cxn modelId="{511F00E7-3558-4C3B-A44F-A307D1EF5409}" type="presOf" srcId="{EF67A29A-EA0B-4BE8-A649-90D2E5180D34}" destId="{6C0AD079-01B6-4DE7-9C54-DF72236D2B93}" srcOrd="0" destOrd="0" presId="urn:microsoft.com/office/officeart/2005/8/layout/chevron1"/>
    <dgm:cxn modelId="{0A76EB5B-90D4-47C0-A0B0-FEFC476FB12B}" type="presParOf" srcId="{2B7880EF-BE07-4CC0-8470-08660FA0238B}" destId="{80316730-0A8C-4524-92AC-770ADB9BFD48}" srcOrd="0" destOrd="0" presId="urn:microsoft.com/office/officeart/2005/8/layout/chevron1"/>
    <dgm:cxn modelId="{CFF74990-9DDA-450F-8452-8E2CDCEAABBD}" type="presParOf" srcId="{2B7880EF-BE07-4CC0-8470-08660FA0238B}" destId="{44B0728A-30CE-446D-A339-A35C0B7A5D11}" srcOrd="1" destOrd="0" presId="urn:microsoft.com/office/officeart/2005/8/layout/chevron1"/>
    <dgm:cxn modelId="{45E7C0BF-2A94-4E9B-9BC9-DB00F1F26CDD}" type="presParOf" srcId="{2B7880EF-BE07-4CC0-8470-08660FA0238B}" destId="{3ED45B51-9B47-4184-9DA3-595A31E56200}" srcOrd="2" destOrd="0" presId="urn:microsoft.com/office/officeart/2005/8/layout/chevron1"/>
    <dgm:cxn modelId="{C9BA1BB3-1995-4AA2-84C4-18B8ABBD6F2B}" type="presParOf" srcId="{2B7880EF-BE07-4CC0-8470-08660FA0238B}" destId="{463A1CB7-19EC-4390-A238-1CF7795AE8D2}" srcOrd="3" destOrd="0" presId="urn:microsoft.com/office/officeart/2005/8/layout/chevron1"/>
    <dgm:cxn modelId="{76C301A7-6C59-477D-BBB1-41816C8224F0}" type="presParOf" srcId="{2B7880EF-BE07-4CC0-8470-08660FA0238B}" destId="{F6E4FDD3-A81B-41F3-8487-D65355E79544}" srcOrd="4" destOrd="0" presId="urn:microsoft.com/office/officeart/2005/8/layout/chevron1"/>
    <dgm:cxn modelId="{8040DCBB-5D34-4B9B-B88E-0E0EB9475ABC}" type="presParOf" srcId="{2B7880EF-BE07-4CC0-8470-08660FA0238B}" destId="{0EC278E6-34EF-47EA-BD08-625B036B2ACF}" srcOrd="5" destOrd="0" presId="urn:microsoft.com/office/officeart/2005/8/layout/chevron1"/>
    <dgm:cxn modelId="{B44E40D3-63FD-4A12-A330-60911FB3177D}" type="presParOf" srcId="{2B7880EF-BE07-4CC0-8470-08660FA0238B}" destId="{6C0AD079-01B6-4DE7-9C54-DF72236D2B9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FD40B2-1947-46F1-B449-66A5D77D5AA7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</dgm:pt>
    <dgm:pt modelId="{4DAA7F4A-E83A-4018-B2FF-9455EBA226C4}">
      <dgm:prSet phldrT="[Texte]" custT="1"/>
      <dgm:spPr/>
      <dgm:t>
        <a:bodyPr/>
        <a:lstStyle/>
        <a:p>
          <a:r>
            <a:rPr lang="fr-FR" sz="1200" dirty="0"/>
            <a:t>DTI data </a:t>
          </a:r>
          <a:r>
            <a:rPr lang="fr-FR" sz="1200" dirty="0" err="1"/>
            <a:t>from</a:t>
          </a:r>
          <a:r>
            <a:rPr lang="fr-FR" sz="1200" dirty="0"/>
            <a:t> 40 </a:t>
          </a:r>
          <a:r>
            <a:rPr lang="fr-FR" sz="1200" dirty="0" err="1"/>
            <a:t>subjects</a:t>
          </a:r>
          <a:r>
            <a:rPr lang="fr-FR" sz="1200" dirty="0"/>
            <a:t> of </a:t>
          </a:r>
          <a:r>
            <a:rPr lang="fr-FR" sz="1200" dirty="0" err="1"/>
            <a:t>different</a:t>
          </a:r>
          <a:r>
            <a:rPr lang="fr-FR" sz="1200" dirty="0"/>
            <a:t> </a:t>
          </a:r>
          <a:r>
            <a:rPr lang="fr-FR" sz="1200" dirty="0" err="1"/>
            <a:t>ages</a:t>
          </a:r>
          <a:endParaRPr lang="fr-FR" sz="1200" dirty="0"/>
        </a:p>
      </dgm:t>
    </dgm:pt>
    <dgm:pt modelId="{2609BED4-F793-46A8-9F0D-C85503A3CC60}" type="parTrans" cxnId="{AF792E2A-2DE1-46F7-B1D9-AEC3CECEBFF1}">
      <dgm:prSet/>
      <dgm:spPr/>
      <dgm:t>
        <a:bodyPr/>
        <a:lstStyle/>
        <a:p>
          <a:endParaRPr lang="fr-FR" sz="1200"/>
        </a:p>
      </dgm:t>
    </dgm:pt>
    <dgm:pt modelId="{A9F04D3E-5193-4CD5-BA33-2511D4C2DB89}" type="sibTrans" cxnId="{AF792E2A-2DE1-46F7-B1D9-AEC3CECEBFF1}">
      <dgm:prSet/>
      <dgm:spPr/>
      <dgm:t>
        <a:bodyPr/>
        <a:lstStyle/>
        <a:p>
          <a:endParaRPr lang="fr-FR" sz="1200"/>
        </a:p>
      </dgm:t>
    </dgm:pt>
    <dgm:pt modelId="{8181CF04-4AF6-4E9F-9294-7E42E71CF5E5}">
      <dgm:prSet phldrT="[Texte]" custT="1"/>
      <dgm:spPr/>
      <dgm:t>
        <a:bodyPr/>
        <a:lstStyle/>
        <a:p>
          <a:r>
            <a:rPr lang="fr-FR" sz="1200" dirty="0" err="1"/>
            <a:t>Different</a:t>
          </a:r>
          <a:r>
            <a:rPr lang="fr-FR" sz="1200" dirty="0"/>
            <a:t> pattern in DTI ?</a:t>
          </a:r>
        </a:p>
      </dgm:t>
    </dgm:pt>
    <dgm:pt modelId="{0A23688F-395C-43D0-B2AA-5550E2D9C583}" type="parTrans" cxnId="{74FB669A-F7C8-44C2-AD18-3580A954850E}">
      <dgm:prSet/>
      <dgm:spPr/>
      <dgm:t>
        <a:bodyPr/>
        <a:lstStyle/>
        <a:p>
          <a:endParaRPr lang="fr-FR" sz="1200"/>
        </a:p>
      </dgm:t>
    </dgm:pt>
    <dgm:pt modelId="{41AF9045-BAF8-4168-AE4A-33DCC2E07C16}" type="sibTrans" cxnId="{74FB669A-F7C8-44C2-AD18-3580A954850E}">
      <dgm:prSet/>
      <dgm:spPr/>
      <dgm:t>
        <a:bodyPr/>
        <a:lstStyle/>
        <a:p>
          <a:endParaRPr lang="fr-FR" sz="1200"/>
        </a:p>
      </dgm:t>
    </dgm:pt>
    <dgm:pt modelId="{3A7F531A-FD93-47E0-A5E5-42667A4F9012}">
      <dgm:prSet phldrT="[Texte]" custT="1"/>
      <dgm:spPr/>
      <dgm:t>
        <a:bodyPr/>
        <a:lstStyle/>
        <a:p>
          <a:r>
            <a:rPr lang="fr-FR" sz="1200" dirty="0" err="1"/>
            <a:t>Could</a:t>
          </a:r>
          <a:r>
            <a:rPr lang="fr-FR" sz="1200" dirty="0"/>
            <a:t> </a:t>
          </a:r>
          <a:r>
            <a:rPr lang="fr-FR" sz="1200" dirty="0" err="1"/>
            <a:t>these</a:t>
          </a:r>
          <a:r>
            <a:rPr lang="fr-FR" sz="1200" dirty="0"/>
            <a:t> clusters </a:t>
          </a:r>
          <a:r>
            <a:rPr lang="fr-FR" sz="1200" dirty="0" err="1"/>
            <a:t>predict</a:t>
          </a:r>
          <a:r>
            <a:rPr lang="fr-FR" sz="1200" dirty="0"/>
            <a:t>  </a:t>
          </a:r>
          <a:r>
            <a:rPr lang="fr-FR" sz="1200" dirty="0" err="1"/>
            <a:t>behavior</a:t>
          </a:r>
          <a:r>
            <a:rPr lang="fr-FR" sz="1200" dirty="0"/>
            <a:t> ?</a:t>
          </a:r>
        </a:p>
      </dgm:t>
    </dgm:pt>
    <dgm:pt modelId="{EE0D63B0-73A8-4445-92CC-7C754F7EC848}" type="parTrans" cxnId="{220D3FB3-727A-418B-BD81-426D00B9D3DC}">
      <dgm:prSet/>
      <dgm:spPr/>
      <dgm:t>
        <a:bodyPr/>
        <a:lstStyle/>
        <a:p>
          <a:endParaRPr lang="fr-FR" sz="1200"/>
        </a:p>
      </dgm:t>
    </dgm:pt>
    <dgm:pt modelId="{A3E2C8AA-ABB8-4250-A46C-5705320857B4}" type="sibTrans" cxnId="{220D3FB3-727A-418B-BD81-426D00B9D3DC}">
      <dgm:prSet/>
      <dgm:spPr/>
      <dgm:t>
        <a:bodyPr/>
        <a:lstStyle/>
        <a:p>
          <a:endParaRPr lang="fr-FR" sz="1200"/>
        </a:p>
      </dgm:t>
    </dgm:pt>
    <dgm:pt modelId="{2B7880EF-BE07-4CC0-8470-08660FA0238B}" type="pres">
      <dgm:prSet presAssocID="{AAFD40B2-1947-46F1-B449-66A5D77D5AA7}" presName="Name0" presStyleCnt="0">
        <dgm:presLayoutVars>
          <dgm:dir/>
          <dgm:animLvl val="lvl"/>
          <dgm:resizeHandles val="exact"/>
        </dgm:presLayoutVars>
      </dgm:prSet>
      <dgm:spPr/>
    </dgm:pt>
    <dgm:pt modelId="{80316730-0A8C-4524-92AC-770ADB9BFD48}" type="pres">
      <dgm:prSet presAssocID="{4DAA7F4A-E83A-4018-B2FF-9455EBA226C4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4B0728A-30CE-446D-A339-A35C0B7A5D11}" type="pres">
      <dgm:prSet presAssocID="{A9F04D3E-5193-4CD5-BA33-2511D4C2DB89}" presName="parTxOnlySpace" presStyleCnt="0"/>
      <dgm:spPr/>
    </dgm:pt>
    <dgm:pt modelId="{3ED45B51-9B47-4184-9DA3-595A31E56200}" type="pres">
      <dgm:prSet presAssocID="{8181CF04-4AF6-4E9F-9294-7E42E71CF5E5}" presName="parTxOnly" presStyleLbl="node1" presStyleIdx="1" presStyleCnt="3" custLinFactNeighborX="-10205">
        <dgm:presLayoutVars>
          <dgm:chMax val="0"/>
          <dgm:chPref val="0"/>
          <dgm:bulletEnabled val="1"/>
        </dgm:presLayoutVars>
      </dgm:prSet>
      <dgm:spPr/>
    </dgm:pt>
    <dgm:pt modelId="{463A1CB7-19EC-4390-A238-1CF7795AE8D2}" type="pres">
      <dgm:prSet presAssocID="{41AF9045-BAF8-4168-AE4A-33DCC2E07C16}" presName="parTxOnlySpace" presStyleCnt="0"/>
      <dgm:spPr/>
    </dgm:pt>
    <dgm:pt modelId="{F6E4FDD3-A81B-41F3-8487-D65355E79544}" type="pres">
      <dgm:prSet presAssocID="{3A7F531A-FD93-47E0-A5E5-42667A4F901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4CE9E16-491E-4549-AABC-9DF8C55B46A7}" type="presOf" srcId="{8181CF04-4AF6-4E9F-9294-7E42E71CF5E5}" destId="{3ED45B51-9B47-4184-9DA3-595A31E56200}" srcOrd="0" destOrd="0" presId="urn:microsoft.com/office/officeart/2005/8/layout/chevron1"/>
    <dgm:cxn modelId="{73FEAD16-329C-4491-85CB-8D492402D1EE}" type="presOf" srcId="{4DAA7F4A-E83A-4018-B2FF-9455EBA226C4}" destId="{80316730-0A8C-4524-92AC-770ADB9BFD48}" srcOrd="0" destOrd="0" presId="urn:microsoft.com/office/officeart/2005/8/layout/chevron1"/>
    <dgm:cxn modelId="{AF792E2A-2DE1-46F7-B1D9-AEC3CECEBFF1}" srcId="{AAFD40B2-1947-46F1-B449-66A5D77D5AA7}" destId="{4DAA7F4A-E83A-4018-B2FF-9455EBA226C4}" srcOrd="0" destOrd="0" parTransId="{2609BED4-F793-46A8-9F0D-C85503A3CC60}" sibTransId="{A9F04D3E-5193-4CD5-BA33-2511D4C2DB89}"/>
    <dgm:cxn modelId="{98DCF37E-E035-4DC6-AFD7-A02205786337}" type="presOf" srcId="{AAFD40B2-1947-46F1-B449-66A5D77D5AA7}" destId="{2B7880EF-BE07-4CC0-8470-08660FA0238B}" srcOrd="0" destOrd="0" presId="urn:microsoft.com/office/officeart/2005/8/layout/chevron1"/>
    <dgm:cxn modelId="{74FB669A-F7C8-44C2-AD18-3580A954850E}" srcId="{AAFD40B2-1947-46F1-B449-66A5D77D5AA7}" destId="{8181CF04-4AF6-4E9F-9294-7E42E71CF5E5}" srcOrd="1" destOrd="0" parTransId="{0A23688F-395C-43D0-B2AA-5550E2D9C583}" sibTransId="{41AF9045-BAF8-4168-AE4A-33DCC2E07C16}"/>
    <dgm:cxn modelId="{220D3FB3-727A-418B-BD81-426D00B9D3DC}" srcId="{AAFD40B2-1947-46F1-B449-66A5D77D5AA7}" destId="{3A7F531A-FD93-47E0-A5E5-42667A4F9012}" srcOrd="2" destOrd="0" parTransId="{EE0D63B0-73A8-4445-92CC-7C754F7EC848}" sibTransId="{A3E2C8AA-ABB8-4250-A46C-5705320857B4}"/>
    <dgm:cxn modelId="{10C328CA-C7E8-425C-877C-F0E4EE89AAC8}" type="presOf" srcId="{3A7F531A-FD93-47E0-A5E5-42667A4F9012}" destId="{F6E4FDD3-A81B-41F3-8487-D65355E79544}" srcOrd="0" destOrd="0" presId="urn:microsoft.com/office/officeart/2005/8/layout/chevron1"/>
    <dgm:cxn modelId="{0A76EB5B-90D4-47C0-A0B0-FEFC476FB12B}" type="presParOf" srcId="{2B7880EF-BE07-4CC0-8470-08660FA0238B}" destId="{80316730-0A8C-4524-92AC-770ADB9BFD48}" srcOrd="0" destOrd="0" presId="urn:microsoft.com/office/officeart/2005/8/layout/chevron1"/>
    <dgm:cxn modelId="{CFF74990-9DDA-450F-8452-8E2CDCEAABBD}" type="presParOf" srcId="{2B7880EF-BE07-4CC0-8470-08660FA0238B}" destId="{44B0728A-30CE-446D-A339-A35C0B7A5D11}" srcOrd="1" destOrd="0" presId="urn:microsoft.com/office/officeart/2005/8/layout/chevron1"/>
    <dgm:cxn modelId="{45E7C0BF-2A94-4E9B-9BC9-DB00F1F26CDD}" type="presParOf" srcId="{2B7880EF-BE07-4CC0-8470-08660FA0238B}" destId="{3ED45B51-9B47-4184-9DA3-595A31E56200}" srcOrd="2" destOrd="0" presId="urn:microsoft.com/office/officeart/2005/8/layout/chevron1"/>
    <dgm:cxn modelId="{C9BA1BB3-1995-4AA2-84C4-18B8ABBD6F2B}" type="presParOf" srcId="{2B7880EF-BE07-4CC0-8470-08660FA0238B}" destId="{463A1CB7-19EC-4390-A238-1CF7795AE8D2}" srcOrd="3" destOrd="0" presId="urn:microsoft.com/office/officeart/2005/8/layout/chevron1"/>
    <dgm:cxn modelId="{76C301A7-6C59-477D-BBB1-41816C8224F0}" type="presParOf" srcId="{2B7880EF-BE07-4CC0-8470-08660FA0238B}" destId="{F6E4FDD3-A81B-41F3-8487-D65355E79544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FD40B2-1947-46F1-B449-66A5D77D5AA7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</dgm:pt>
    <dgm:pt modelId="{4DAA7F4A-E83A-4018-B2FF-9455EBA226C4}">
      <dgm:prSet phldrT="[Texte]" custT="1"/>
      <dgm:spPr/>
      <dgm:t>
        <a:bodyPr/>
        <a:lstStyle/>
        <a:p>
          <a:r>
            <a:rPr lang="fr-FR" sz="1200" dirty="0" err="1"/>
            <a:t>Could</a:t>
          </a:r>
          <a:r>
            <a:rPr lang="fr-FR" sz="1200" dirty="0"/>
            <a:t> </a:t>
          </a:r>
          <a:r>
            <a:rPr lang="fr-FR" sz="1200" dirty="0" err="1"/>
            <a:t>these</a:t>
          </a:r>
          <a:r>
            <a:rPr lang="fr-FR" sz="1200" dirty="0"/>
            <a:t> clusters </a:t>
          </a:r>
          <a:r>
            <a:rPr lang="fr-FR" sz="1200" dirty="0" err="1"/>
            <a:t>predict</a:t>
          </a:r>
          <a:r>
            <a:rPr lang="fr-FR" sz="1200" dirty="0"/>
            <a:t>  </a:t>
          </a:r>
          <a:r>
            <a:rPr lang="fr-FR" sz="1200" dirty="0" err="1"/>
            <a:t>age</a:t>
          </a:r>
          <a:r>
            <a:rPr lang="fr-FR" sz="1200" dirty="0"/>
            <a:t> ?</a:t>
          </a:r>
        </a:p>
      </dgm:t>
    </dgm:pt>
    <dgm:pt modelId="{2609BED4-F793-46A8-9F0D-C85503A3CC60}" type="parTrans" cxnId="{AF792E2A-2DE1-46F7-B1D9-AEC3CECEBFF1}">
      <dgm:prSet/>
      <dgm:spPr/>
      <dgm:t>
        <a:bodyPr/>
        <a:lstStyle/>
        <a:p>
          <a:endParaRPr lang="fr-FR" sz="1200"/>
        </a:p>
      </dgm:t>
    </dgm:pt>
    <dgm:pt modelId="{A9F04D3E-5193-4CD5-BA33-2511D4C2DB89}" type="sibTrans" cxnId="{AF792E2A-2DE1-46F7-B1D9-AEC3CECEBFF1}">
      <dgm:prSet/>
      <dgm:spPr/>
      <dgm:t>
        <a:bodyPr/>
        <a:lstStyle/>
        <a:p>
          <a:endParaRPr lang="fr-FR" sz="1200"/>
        </a:p>
      </dgm:t>
    </dgm:pt>
    <dgm:pt modelId="{2B7880EF-BE07-4CC0-8470-08660FA0238B}" type="pres">
      <dgm:prSet presAssocID="{AAFD40B2-1947-46F1-B449-66A5D77D5AA7}" presName="Name0" presStyleCnt="0">
        <dgm:presLayoutVars>
          <dgm:dir/>
          <dgm:animLvl val="lvl"/>
          <dgm:resizeHandles val="exact"/>
        </dgm:presLayoutVars>
      </dgm:prSet>
      <dgm:spPr/>
    </dgm:pt>
    <dgm:pt modelId="{80316730-0A8C-4524-92AC-770ADB9BFD48}" type="pres">
      <dgm:prSet presAssocID="{4DAA7F4A-E83A-4018-B2FF-9455EBA226C4}" presName="parTxOnly" presStyleLbl="node1" presStyleIdx="0" presStyleCnt="1" custLinFactNeighborX="49" custLinFactNeighborY="-1487">
        <dgm:presLayoutVars>
          <dgm:chMax val="0"/>
          <dgm:chPref val="0"/>
          <dgm:bulletEnabled val="1"/>
        </dgm:presLayoutVars>
      </dgm:prSet>
      <dgm:spPr/>
    </dgm:pt>
  </dgm:ptLst>
  <dgm:cxnLst>
    <dgm:cxn modelId="{73FEAD16-329C-4491-85CB-8D492402D1EE}" type="presOf" srcId="{4DAA7F4A-E83A-4018-B2FF-9455EBA226C4}" destId="{80316730-0A8C-4524-92AC-770ADB9BFD48}" srcOrd="0" destOrd="0" presId="urn:microsoft.com/office/officeart/2005/8/layout/chevron1"/>
    <dgm:cxn modelId="{AF792E2A-2DE1-46F7-B1D9-AEC3CECEBFF1}" srcId="{AAFD40B2-1947-46F1-B449-66A5D77D5AA7}" destId="{4DAA7F4A-E83A-4018-B2FF-9455EBA226C4}" srcOrd="0" destOrd="0" parTransId="{2609BED4-F793-46A8-9F0D-C85503A3CC60}" sibTransId="{A9F04D3E-5193-4CD5-BA33-2511D4C2DB89}"/>
    <dgm:cxn modelId="{98DCF37E-E035-4DC6-AFD7-A02205786337}" type="presOf" srcId="{AAFD40B2-1947-46F1-B449-66A5D77D5AA7}" destId="{2B7880EF-BE07-4CC0-8470-08660FA0238B}" srcOrd="0" destOrd="0" presId="urn:microsoft.com/office/officeart/2005/8/layout/chevron1"/>
    <dgm:cxn modelId="{0A76EB5B-90D4-47C0-A0B0-FEFC476FB12B}" type="presParOf" srcId="{2B7880EF-BE07-4CC0-8470-08660FA0238B}" destId="{80316730-0A8C-4524-92AC-770ADB9BFD48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b="1" dirty="0" err="1"/>
            <a:t>Cleaning</a:t>
          </a:r>
          <a:r>
            <a:rPr lang="fr-FR" b="1" dirty="0"/>
            <a:t> / </a:t>
          </a:r>
          <a:r>
            <a:rPr lang="fr-FR" b="1" dirty="0" err="1"/>
            <a:t>Normalizing</a:t>
          </a:r>
          <a:r>
            <a:rPr lang="fr-FR" b="1" dirty="0"/>
            <a:t> / </a:t>
          </a:r>
          <a:r>
            <a:rPr lang="fr-FR" b="1" dirty="0" err="1"/>
            <a:t>Encoding</a:t>
          </a:r>
          <a:r>
            <a:rPr lang="fr-FR" b="1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b="0" dirty="0" err="1"/>
            <a:t>Cleaning</a:t>
          </a:r>
          <a:r>
            <a:rPr lang="fr-FR" b="0" dirty="0"/>
            <a:t> / </a:t>
          </a:r>
          <a:r>
            <a:rPr lang="fr-FR" b="0" dirty="0" err="1"/>
            <a:t>Normalizing</a:t>
          </a:r>
          <a:r>
            <a:rPr lang="fr-FR" b="0" dirty="0"/>
            <a:t> / </a:t>
          </a:r>
          <a:r>
            <a:rPr lang="fr-FR" b="0" dirty="0" err="1"/>
            <a:t>Encoding</a:t>
          </a:r>
          <a:r>
            <a:rPr lang="fr-FR" b="0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F99AAD73-788F-4DA2-878F-CB2731E54E44}">
      <dgm:prSet phldrT="[Texte]"/>
      <dgm:spPr/>
      <dgm:t>
        <a:bodyPr/>
        <a:lstStyle/>
        <a:p>
          <a:r>
            <a:rPr lang="fr-FR" dirty="0" err="1"/>
            <a:t>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E9CB7209-2602-4C16-9893-C8CA3E9D68C2}" type="parTrans" cxnId="{601365B0-2DEB-4B67-BA09-8D663F10FE9F}">
      <dgm:prSet/>
      <dgm:spPr/>
      <dgm:t>
        <a:bodyPr/>
        <a:lstStyle/>
        <a:p>
          <a:endParaRPr lang="fr-FR"/>
        </a:p>
      </dgm:t>
    </dgm:pt>
    <dgm:pt modelId="{C0E69DA8-64D4-46A8-81BB-EFC03AF66938}" type="sibTrans" cxnId="{601365B0-2DEB-4B67-BA09-8D663F10FE9F}">
      <dgm:prSet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F6FE395D-31E7-4570-9CD1-C4DD27EFD1FF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predict</a:t>
          </a:r>
          <a:r>
            <a:rPr lang="fr-FR" sz="1800" dirty="0"/>
            <a:t> future </a:t>
          </a:r>
          <a:r>
            <a:rPr lang="fr-FR" sz="1800" dirty="0" err="1"/>
            <a:t>outcomes</a:t>
          </a:r>
          <a:r>
            <a:rPr lang="fr-FR" sz="1800" dirty="0"/>
            <a:t> </a:t>
          </a:r>
          <a:r>
            <a:rPr lang="fr-FR" sz="1800" dirty="0" err="1"/>
            <a:t>based</a:t>
          </a:r>
          <a:r>
            <a:rPr lang="fr-FR" sz="1800" dirty="0"/>
            <a:t> on </a:t>
          </a:r>
          <a:r>
            <a:rPr lang="fr-FR" sz="1800" dirty="0" err="1"/>
            <a:t>past</a:t>
          </a:r>
          <a:r>
            <a:rPr lang="fr-FR" sz="1800" dirty="0"/>
            <a:t> data</a:t>
          </a:r>
        </a:p>
      </dgm:t>
    </dgm:pt>
    <dgm:pt modelId="{B535BB02-011B-4819-83D1-49458C2D69F7}" type="parTrans" cxnId="{8322EA37-FA67-4027-9818-EA51D53FCC96}">
      <dgm:prSet/>
      <dgm:spPr/>
      <dgm:t>
        <a:bodyPr/>
        <a:lstStyle/>
        <a:p>
          <a:endParaRPr lang="fr-FR"/>
        </a:p>
      </dgm:t>
    </dgm:pt>
    <dgm:pt modelId="{1F280D1D-6D89-434D-A783-C4EA432F2805}" type="sibTrans" cxnId="{8322EA37-FA67-4027-9818-EA51D53FCC96}">
      <dgm:prSet/>
      <dgm:spPr/>
      <dgm:t>
        <a:bodyPr/>
        <a:lstStyle/>
        <a:p>
          <a:endParaRPr lang="fr-FR"/>
        </a:p>
      </dgm:t>
    </dgm:pt>
    <dgm:pt modelId="{61A475CD-C22A-404E-BEA6-78BBC1E6F504}">
      <dgm:prSet phldrT="[Texte]" custT="1"/>
      <dgm:spPr/>
      <dgm:t>
        <a:bodyPr/>
        <a:lstStyle/>
        <a:p>
          <a:r>
            <a:rPr lang="fr-FR" sz="1800" dirty="0" err="1"/>
            <a:t>Requires</a:t>
          </a:r>
          <a:r>
            <a:rPr lang="fr-FR" sz="1800" dirty="0"/>
            <a:t> </a:t>
          </a:r>
          <a:r>
            <a:rPr lang="fr-FR" sz="1800" dirty="0" err="1"/>
            <a:t>both</a:t>
          </a:r>
          <a:r>
            <a:rPr lang="fr-FR" sz="1800" dirty="0"/>
            <a:t> an input and an output to </a:t>
          </a:r>
          <a:r>
            <a:rPr lang="fr-FR" sz="1800" dirty="0" err="1"/>
            <a:t>be</a:t>
          </a:r>
          <a:r>
            <a:rPr lang="fr-FR" sz="1800" dirty="0"/>
            <a:t> </a:t>
          </a:r>
          <a:r>
            <a:rPr lang="fr-FR" sz="1800" dirty="0" err="1"/>
            <a:t>given</a:t>
          </a:r>
          <a:r>
            <a:rPr lang="fr-FR" sz="1800" dirty="0"/>
            <a:t> to the model for </a:t>
          </a:r>
          <a:r>
            <a:rPr lang="fr-FR" sz="1800" dirty="0" err="1"/>
            <a:t>it</a:t>
          </a:r>
          <a:r>
            <a:rPr lang="fr-FR" sz="1800" dirty="0"/>
            <a:t> to </a:t>
          </a:r>
          <a:r>
            <a:rPr lang="fr-FR" sz="1800" dirty="0" err="1"/>
            <a:t>be</a:t>
          </a:r>
          <a:r>
            <a:rPr lang="fr-FR" sz="1800" dirty="0"/>
            <a:t> </a:t>
          </a:r>
          <a:r>
            <a:rPr lang="fr-FR" sz="1800" dirty="0" err="1"/>
            <a:t>trained</a:t>
          </a:r>
          <a:endParaRPr lang="fr-FR" sz="1800" dirty="0"/>
        </a:p>
      </dgm:t>
    </dgm:pt>
    <dgm:pt modelId="{4345C21F-E214-4CA8-B68A-A3BCE36BFBC6}" type="parTrans" cxnId="{5E190A2D-8B8B-4BED-A53F-739E45879F32}">
      <dgm:prSet/>
      <dgm:spPr/>
      <dgm:t>
        <a:bodyPr/>
        <a:lstStyle/>
        <a:p>
          <a:endParaRPr lang="fr-FR"/>
        </a:p>
      </dgm:t>
    </dgm:pt>
    <dgm:pt modelId="{61C9832B-3CE0-438B-8298-ABA816F5F44D}" type="sibTrans" cxnId="{5E190A2D-8B8B-4BED-A53F-739E45879F32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1460A024-92BC-4DDF-9941-C74540A769E6}" type="pres">
      <dgm:prSet presAssocID="{F99AAD73-788F-4DA2-878F-CB2731E54E44}" presName="composite" presStyleCnt="0"/>
      <dgm:spPr/>
    </dgm:pt>
    <dgm:pt modelId="{77310F69-3268-4E8D-B186-C2E3934BE446}" type="pres">
      <dgm:prSet presAssocID="{F99AAD73-788F-4DA2-878F-CB2731E54E4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F0A183B1-4ED8-4523-8EBF-42E02785D6D4}" type="pres">
      <dgm:prSet presAssocID="{F99AAD73-788F-4DA2-878F-CB2731E54E44}" presName="desTx" presStyleLbl="alignAccFollowNode1" presStyleIdx="0" presStyleCnt="2">
        <dgm:presLayoutVars>
          <dgm:bulletEnabled val="1"/>
        </dgm:presLayoutVars>
      </dgm:prSet>
      <dgm:spPr/>
    </dgm:pt>
    <dgm:pt modelId="{F1D0EFFE-0553-4ECE-94C9-26012FA46ACB}" type="pres">
      <dgm:prSet presAssocID="{C0E69DA8-64D4-46A8-81BB-EFC03AF66938}" presName="space" presStyleCnt="0"/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5E190A2D-8B8B-4BED-A53F-739E45879F32}" srcId="{F99AAD73-788F-4DA2-878F-CB2731E54E44}" destId="{61A475CD-C22A-404E-BEA6-78BBC1E6F504}" srcOrd="1" destOrd="0" parTransId="{4345C21F-E214-4CA8-B68A-A3BCE36BFBC6}" sibTransId="{61C9832B-3CE0-438B-8298-ABA816F5F44D}"/>
    <dgm:cxn modelId="{8322EA37-FA67-4027-9818-EA51D53FCC96}" srcId="{F99AAD73-788F-4DA2-878F-CB2731E54E44}" destId="{F6FE395D-31E7-4570-9CD1-C4DD27EFD1FF}" srcOrd="0" destOrd="0" parTransId="{B535BB02-011B-4819-83D1-49458C2D69F7}" sibTransId="{1F280D1D-6D89-434D-A783-C4EA432F2805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601365B0-2DEB-4B67-BA09-8D663F10FE9F}" srcId="{F6CF5178-FF3D-4EEE-81A5-F9707FECE5FC}" destId="{F99AAD73-788F-4DA2-878F-CB2731E54E44}" srcOrd="0" destOrd="0" parTransId="{E9CB7209-2602-4C16-9893-C8CA3E9D68C2}" sibTransId="{C0E69DA8-64D4-46A8-81BB-EFC03AF66938}"/>
    <dgm:cxn modelId="{DACB52B4-BBEE-47E3-AD68-5F18ED5D0A23}" type="presOf" srcId="{61A475CD-C22A-404E-BEA6-78BBC1E6F504}" destId="{F0A183B1-4ED8-4523-8EBF-42E02785D6D4}" srcOrd="0" destOrd="1" presId="urn:microsoft.com/office/officeart/2005/8/layout/hList1"/>
    <dgm:cxn modelId="{8912C7C7-CB73-4586-A2B1-EC9BA39F4EB8}" type="presOf" srcId="{F99AAD73-788F-4DA2-878F-CB2731E54E44}" destId="{77310F69-3268-4E8D-B186-C2E3934BE446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1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ED16BAD5-FDD8-460F-8F81-50C7DC4433B1}" type="presOf" srcId="{F6FE395D-31E7-4570-9CD1-C4DD27EFD1FF}" destId="{F0A183B1-4ED8-4523-8EBF-42E02785D6D4}" srcOrd="0" destOrd="0" presId="urn:microsoft.com/office/officeart/2005/8/layout/hList1"/>
    <dgm:cxn modelId="{5734FD28-6667-4202-8ED3-0473A9147E6B}" type="presParOf" srcId="{9034BF52-839F-4127-BB39-564EC164A8F1}" destId="{1460A024-92BC-4DDF-9941-C74540A769E6}" srcOrd="0" destOrd="0" presId="urn:microsoft.com/office/officeart/2005/8/layout/hList1"/>
    <dgm:cxn modelId="{EE8988BA-5E00-4A42-9961-F9E3AC185BBA}" type="presParOf" srcId="{1460A024-92BC-4DDF-9941-C74540A769E6}" destId="{77310F69-3268-4E8D-B186-C2E3934BE446}" srcOrd="0" destOrd="0" presId="urn:microsoft.com/office/officeart/2005/8/layout/hList1"/>
    <dgm:cxn modelId="{9EDCD29A-82E0-4E30-8BF7-3D6293741D41}" type="presParOf" srcId="{1460A024-92BC-4DDF-9941-C74540A769E6}" destId="{F0A183B1-4ED8-4523-8EBF-42E02785D6D4}" srcOrd="1" destOrd="0" presId="urn:microsoft.com/office/officeart/2005/8/layout/hList1"/>
    <dgm:cxn modelId="{9047A207-C1DC-4BA3-99F2-88216FB291BF}" type="presParOf" srcId="{9034BF52-839F-4127-BB39-564EC164A8F1}" destId="{F1D0EFFE-0553-4ECE-94C9-26012FA46ACB}" srcOrd="1" destOrd="0" presId="urn:microsoft.com/office/officeart/2005/8/layout/hList1"/>
    <dgm:cxn modelId="{B96B1878-B352-43E3-B847-27D8D3FB1423}" type="presParOf" srcId="{9034BF52-839F-4127-BB39-564EC164A8F1}" destId="{61162E4B-A543-40F1-84F6-41E13EA4620D}" srcOrd="2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F99AAD73-788F-4DA2-878F-CB2731E54E44}">
      <dgm:prSet phldrT="[Texte]"/>
      <dgm:spPr/>
      <dgm:t>
        <a:bodyPr/>
        <a:lstStyle/>
        <a:p>
          <a:r>
            <a:rPr lang="fr-FR" dirty="0" err="1"/>
            <a:t>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E9CB7209-2602-4C16-9893-C8CA3E9D68C2}" type="parTrans" cxnId="{601365B0-2DEB-4B67-BA09-8D663F10FE9F}">
      <dgm:prSet/>
      <dgm:spPr/>
      <dgm:t>
        <a:bodyPr/>
        <a:lstStyle/>
        <a:p>
          <a:endParaRPr lang="fr-FR"/>
        </a:p>
      </dgm:t>
    </dgm:pt>
    <dgm:pt modelId="{C0E69DA8-64D4-46A8-81BB-EFC03AF66938}" type="sibTrans" cxnId="{601365B0-2DEB-4B67-BA09-8D663F10FE9F}">
      <dgm:prSet/>
      <dgm:spPr/>
      <dgm:t>
        <a:bodyPr/>
        <a:lstStyle/>
        <a:p>
          <a:endParaRPr lang="fr-FR"/>
        </a:p>
      </dgm:t>
    </dgm:pt>
    <dgm:pt modelId="{F6FE395D-31E7-4570-9CD1-C4DD27EFD1FF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predict</a:t>
          </a:r>
          <a:r>
            <a:rPr lang="fr-FR" sz="1800" dirty="0"/>
            <a:t> future </a:t>
          </a:r>
          <a:r>
            <a:rPr lang="fr-FR" sz="1800" dirty="0" err="1"/>
            <a:t>outcomes</a:t>
          </a:r>
          <a:r>
            <a:rPr lang="fr-FR" sz="1800" dirty="0"/>
            <a:t> </a:t>
          </a:r>
          <a:r>
            <a:rPr lang="fr-FR" sz="1800" dirty="0" err="1"/>
            <a:t>based</a:t>
          </a:r>
          <a:r>
            <a:rPr lang="fr-FR" sz="1800" dirty="0"/>
            <a:t> on </a:t>
          </a:r>
          <a:r>
            <a:rPr lang="fr-FR" sz="1800" dirty="0" err="1"/>
            <a:t>past</a:t>
          </a:r>
          <a:r>
            <a:rPr lang="fr-FR" sz="1800" dirty="0"/>
            <a:t> data</a:t>
          </a:r>
        </a:p>
      </dgm:t>
    </dgm:pt>
    <dgm:pt modelId="{B535BB02-011B-4819-83D1-49458C2D69F7}" type="parTrans" cxnId="{8322EA37-FA67-4027-9818-EA51D53FCC96}">
      <dgm:prSet/>
      <dgm:spPr/>
      <dgm:t>
        <a:bodyPr/>
        <a:lstStyle/>
        <a:p>
          <a:endParaRPr lang="fr-FR"/>
        </a:p>
      </dgm:t>
    </dgm:pt>
    <dgm:pt modelId="{1F280D1D-6D89-434D-A783-C4EA432F2805}" type="sibTrans" cxnId="{8322EA37-FA67-4027-9818-EA51D53FCC96}">
      <dgm:prSet/>
      <dgm:spPr/>
      <dgm:t>
        <a:bodyPr/>
        <a:lstStyle/>
        <a:p>
          <a:endParaRPr lang="fr-FR"/>
        </a:p>
      </dgm:t>
    </dgm:pt>
    <dgm:pt modelId="{61A475CD-C22A-404E-BEA6-78BBC1E6F504}">
      <dgm:prSet phldrT="[Texte]" custT="1"/>
      <dgm:spPr/>
      <dgm:t>
        <a:bodyPr/>
        <a:lstStyle/>
        <a:p>
          <a:r>
            <a:rPr lang="fr-FR" sz="1800" dirty="0" err="1"/>
            <a:t>Requires</a:t>
          </a:r>
          <a:r>
            <a:rPr lang="fr-FR" sz="1800" dirty="0"/>
            <a:t> </a:t>
          </a:r>
          <a:r>
            <a:rPr lang="fr-FR" sz="1800" dirty="0" err="1"/>
            <a:t>both</a:t>
          </a:r>
          <a:r>
            <a:rPr lang="fr-FR" sz="1800" dirty="0"/>
            <a:t> an input and an output to </a:t>
          </a:r>
          <a:r>
            <a:rPr lang="fr-FR" sz="1800" dirty="0" err="1"/>
            <a:t>be</a:t>
          </a:r>
          <a:r>
            <a:rPr lang="fr-FR" sz="1800" dirty="0"/>
            <a:t> </a:t>
          </a:r>
          <a:r>
            <a:rPr lang="fr-FR" sz="1800" dirty="0" err="1"/>
            <a:t>given</a:t>
          </a:r>
          <a:r>
            <a:rPr lang="fr-FR" sz="1800" dirty="0"/>
            <a:t> to the model for </a:t>
          </a:r>
          <a:r>
            <a:rPr lang="fr-FR" sz="1800" dirty="0" err="1"/>
            <a:t>it</a:t>
          </a:r>
          <a:r>
            <a:rPr lang="fr-FR" sz="1800" dirty="0"/>
            <a:t> to </a:t>
          </a:r>
          <a:r>
            <a:rPr lang="fr-FR" sz="1800" dirty="0" err="1"/>
            <a:t>be</a:t>
          </a:r>
          <a:r>
            <a:rPr lang="fr-FR" sz="1800" dirty="0"/>
            <a:t> </a:t>
          </a:r>
          <a:r>
            <a:rPr lang="fr-FR" sz="1800" dirty="0" err="1"/>
            <a:t>trained</a:t>
          </a:r>
          <a:endParaRPr lang="fr-FR" sz="1800" dirty="0"/>
        </a:p>
      </dgm:t>
    </dgm:pt>
    <dgm:pt modelId="{4345C21F-E214-4CA8-B68A-A3BCE36BFBC6}" type="parTrans" cxnId="{5E190A2D-8B8B-4BED-A53F-739E45879F32}">
      <dgm:prSet/>
      <dgm:spPr/>
      <dgm:t>
        <a:bodyPr/>
        <a:lstStyle/>
        <a:p>
          <a:endParaRPr lang="fr-FR"/>
        </a:p>
      </dgm:t>
    </dgm:pt>
    <dgm:pt modelId="{61C9832B-3CE0-438B-8298-ABA816F5F44D}" type="sibTrans" cxnId="{5E190A2D-8B8B-4BED-A53F-739E45879F32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1460A024-92BC-4DDF-9941-C74540A769E6}" type="pres">
      <dgm:prSet presAssocID="{F99AAD73-788F-4DA2-878F-CB2731E54E44}" presName="composite" presStyleCnt="0"/>
      <dgm:spPr/>
    </dgm:pt>
    <dgm:pt modelId="{77310F69-3268-4E8D-B186-C2E3934BE446}" type="pres">
      <dgm:prSet presAssocID="{F99AAD73-788F-4DA2-878F-CB2731E54E44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0A183B1-4ED8-4523-8EBF-42E02785D6D4}" type="pres">
      <dgm:prSet presAssocID="{F99AAD73-788F-4DA2-878F-CB2731E54E44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5E190A2D-8B8B-4BED-A53F-739E45879F32}" srcId="{F99AAD73-788F-4DA2-878F-CB2731E54E44}" destId="{61A475CD-C22A-404E-BEA6-78BBC1E6F504}" srcOrd="1" destOrd="0" parTransId="{4345C21F-E214-4CA8-B68A-A3BCE36BFBC6}" sibTransId="{61C9832B-3CE0-438B-8298-ABA816F5F44D}"/>
    <dgm:cxn modelId="{8322EA37-FA67-4027-9818-EA51D53FCC96}" srcId="{F99AAD73-788F-4DA2-878F-CB2731E54E44}" destId="{F6FE395D-31E7-4570-9CD1-C4DD27EFD1FF}" srcOrd="0" destOrd="0" parTransId="{B535BB02-011B-4819-83D1-49458C2D69F7}" sibTransId="{1F280D1D-6D89-434D-A783-C4EA432F2805}"/>
    <dgm:cxn modelId="{601365B0-2DEB-4B67-BA09-8D663F10FE9F}" srcId="{F6CF5178-FF3D-4EEE-81A5-F9707FECE5FC}" destId="{F99AAD73-788F-4DA2-878F-CB2731E54E44}" srcOrd="0" destOrd="0" parTransId="{E9CB7209-2602-4C16-9893-C8CA3E9D68C2}" sibTransId="{C0E69DA8-64D4-46A8-81BB-EFC03AF66938}"/>
    <dgm:cxn modelId="{DACB52B4-BBEE-47E3-AD68-5F18ED5D0A23}" type="presOf" srcId="{61A475CD-C22A-404E-BEA6-78BBC1E6F504}" destId="{F0A183B1-4ED8-4523-8EBF-42E02785D6D4}" srcOrd="0" destOrd="1" presId="urn:microsoft.com/office/officeart/2005/8/layout/hList1"/>
    <dgm:cxn modelId="{8912C7C7-CB73-4586-A2B1-EC9BA39F4EB8}" type="presOf" srcId="{F99AAD73-788F-4DA2-878F-CB2731E54E44}" destId="{77310F69-3268-4E8D-B186-C2E3934BE446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ED16BAD5-FDD8-460F-8F81-50C7DC4433B1}" type="presOf" srcId="{F6FE395D-31E7-4570-9CD1-C4DD27EFD1FF}" destId="{F0A183B1-4ED8-4523-8EBF-42E02785D6D4}" srcOrd="0" destOrd="0" presId="urn:microsoft.com/office/officeart/2005/8/layout/hList1"/>
    <dgm:cxn modelId="{5734FD28-6667-4202-8ED3-0473A9147E6B}" type="presParOf" srcId="{9034BF52-839F-4127-BB39-564EC164A8F1}" destId="{1460A024-92BC-4DDF-9941-C74540A769E6}" srcOrd="0" destOrd="0" presId="urn:microsoft.com/office/officeart/2005/8/layout/hList1"/>
    <dgm:cxn modelId="{EE8988BA-5E00-4A42-9961-F9E3AC185BBA}" type="presParOf" srcId="{1460A024-92BC-4DDF-9941-C74540A769E6}" destId="{77310F69-3268-4E8D-B186-C2E3934BE446}" srcOrd="0" destOrd="0" presId="urn:microsoft.com/office/officeart/2005/8/layout/hList1"/>
    <dgm:cxn modelId="{9EDCD29A-82E0-4E30-8BF7-3D6293741D41}" type="presParOf" srcId="{1460A024-92BC-4DDF-9941-C74540A769E6}" destId="{F0A183B1-4ED8-4523-8EBF-42E02785D6D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F99AAD73-788F-4DA2-878F-CB2731E54E44}">
      <dgm:prSet phldrT="[Texte]"/>
      <dgm:spPr/>
      <dgm:t>
        <a:bodyPr/>
        <a:lstStyle/>
        <a:p>
          <a:r>
            <a:rPr lang="fr-FR" dirty="0" err="1"/>
            <a:t>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E9CB7209-2602-4C16-9893-C8CA3E9D68C2}" type="parTrans" cxnId="{601365B0-2DEB-4B67-BA09-8D663F10FE9F}">
      <dgm:prSet/>
      <dgm:spPr/>
      <dgm:t>
        <a:bodyPr/>
        <a:lstStyle/>
        <a:p>
          <a:endParaRPr lang="fr-FR"/>
        </a:p>
      </dgm:t>
    </dgm:pt>
    <dgm:pt modelId="{C0E69DA8-64D4-46A8-81BB-EFC03AF66938}" type="sibTrans" cxnId="{601365B0-2DEB-4B67-BA09-8D663F10FE9F}">
      <dgm:prSet/>
      <dgm:spPr/>
      <dgm:t>
        <a:bodyPr/>
        <a:lstStyle/>
        <a:p>
          <a:endParaRPr lang="fr-FR"/>
        </a:p>
      </dgm:t>
    </dgm:pt>
    <dgm:pt modelId="{F6FE395D-31E7-4570-9CD1-C4DD27EFD1FF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predict</a:t>
          </a:r>
          <a:r>
            <a:rPr lang="fr-FR" sz="1800" dirty="0"/>
            <a:t> future </a:t>
          </a:r>
          <a:r>
            <a:rPr lang="fr-FR" sz="1800" dirty="0" err="1"/>
            <a:t>outcomes</a:t>
          </a:r>
          <a:r>
            <a:rPr lang="fr-FR" sz="1800" dirty="0"/>
            <a:t> </a:t>
          </a:r>
          <a:r>
            <a:rPr lang="fr-FR" sz="1800" dirty="0" err="1"/>
            <a:t>based</a:t>
          </a:r>
          <a:r>
            <a:rPr lang="fr-FR" sz="1800" dirty="0"/>
            <a:t> on </a:t>
          </a:r>
          <a:r>
            <a:rPr lang="fr-FR" sz="1800" dirty="0" err="1"/>
            <a:t>past</a:t>
          </a:r>
          <a:r>
            <a:rPr lang="fr-FR" sz="1800" dirty="0"/>
            <a:t> data</a:t>
          </a:r>
        </a:p>
      </dgm:t>
    </dgm:pt>
    <dgm:pt modelId="{1F280D1D-6D89-434D-A783-C4EA432F2805}" type="sibTrans" cxnId="{8322EA37-FA67-4027-9818-EA51D53FCC96}">
      <dgm:prSet/>
      <dgm:spPr/>
      <dgm:t>
        <a:bodyPr/>
        <a:lstStyle/>
        <a:p>
          <a:endParaRPr lang="fr-FR"/>
        </a:p>
      </dgm:t>
    </dgm:pt>
    <dgm:pt modelId="{B535BB02-011B-4819-83D1-49458C2D69F7}" type="parTrans" cxnId="{8322EA37-FA67-4027-9818-EA51D53FCC96}">
      <dgm:prSet/>
      <dgm:spPr/>
      <dgm:t>
        <a:bodyPr/>
        <a:lstStyle/>
        <a:p>
          <a:endParaRPr lang="fr-FR"/>
        </a:p>
      </dgm:t>
    </dgm:pt>
    <dgm:pt modelId="{61A475CD-C22A-404E-BEA6-78BBC1E6F504}">
      <dgm:prSet phldrT="[Texte]" custT="1"/>
      <dgm:spPr/>
      <dgm:t>
        <a:bodyPr/>
        <a:lstStyle/>
        <a:p>
          <a:r>
            <a:rPr lang="fr-FR" sz="1800" dirty="0" err="1"/>
            <a:t>Requires</a:t>
          </a:r>
          <a:r>
            <a:rPr lang="fr-FR" sz="1800" dirty="0"/>
            <a:t> </a:t>
          </a:r>
          <a:r>
            <a:rPr lang="fr-FR" sz="1800" dirty="0" err="1"/>
            <a:t>both</a:t>
          </a:r>
          <a:r>
            <a:rPr lang="fr-FR" sz="1800" dirty="0"/>
            <a:t> an input and an output to </a:t>
          </a:r>
          <a:r>
            <a:rPr lang="fr-FR" sz="1800" dirty="0" err="1"/>
            <a:t>be</a:t>
          </a:r>
          <a:r>
            <a:rPr lang="fr-FR" sz="1800" dirty="0"/>
            <a:t> </a:t>
          </a:r>
          <a:r>
            <a:rPr lang="fr-FR" sz="1800" dirty="0" err="1"/>
            <a:t>given</a:t>
          </a:r>
          <a:r>
            <a:rPr lang="fr-FR" sz="1800" dirty="0"/>
            <a:t> to the model for </a:t>
          </a:r>
          <a:r>
            <a:rPr lang="fr-FR" sz="1800" dirty="0" err="1"/>
            <a:t>it</a:t>
          </a:r>
          <a:r>
            <a:rPr lang="fr-FR" sz="1800" dirty="0"/>
            <a:t> to </a:t>
          </a:r>
          <a:r>
            <a:rPr lang="fr-FR" sz="1800" dirty="0" err="1"/>
            <a:t>be</a:t>
          </a:r>
          <a:r>
            <a:rPr lang="fr-FR" sz="1800" dirty="0"/>
            <a:t> </a:t>
          </a:r>
          <a:r>
            <a:rPr lang="fr-FR" sz="1800" dirty="0" err="1"/>
            <a:t>trained</a:t>
          </a:r>
          <a:endParaRPr lang="fr-FR" sz="1800" dirty="0"/>
        </a:p>
      </dgm:t>
    </dgm:pt>
    <dgm:pt modelId="{61C9832B-3CE0-438B-8298-ABA816F5F44D}" type="sibTrans" cxnId="{5E190A2D-8B8B-4BED-A53F-739E45879F32}">
      <dgm:prSet/>
      <dgm:spPr/>
      <dgm:t>
        <a:bodyPr/>
        <a:lstStyle/>
        <a:p>
          <a:endParaRPr lang="fr-FR"/>
        </a:p>
      </dgm:t>
    </dgm:pt>
    <dgm:pt modelId="{4345C21F-E214-4CA8-B68A-A3BCE36BFBC6}" type="parTrans" cxnId="{5E190A2D-8B8B-4BED-A53F-739E45879F32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1460A024-92BC-4DDF-9941-C74540A769E6}" type="pres">
      <dgm:prSet presAssocID="{F99AAD73-788F-4DA2-878F-CB2731E54E44}" presName="composite" presStyleCnt="0"/>
      <dgm:spPr/>
    </dgm:pt>
    <dgm:pt modelId="{77310F69-3268-4E8D-B186-C2E3934BE446}" type="pres">
      <dgm:prSet presAssocID="{F99AAD73-788F-4DA2-878F-CB2731E54E44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0A183B1-4ED8-4523-8EBF-42E02785D6D4}" type="pres">
      <dgm:prSet presAssocID="{F99AAD73-788F-4DA2-878F-CB2731E54E44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5E190A2D-8B8B-4BED-A53F-739E45879F32}" srcId="{F99AAD73-788F-4DA2-878F-CB2731E54E44}" destId="{61A475CD-C22A-404E-BEA6-78BBC1E6F504}" srcOrd="1" destOrd="0" parTransId="{4345C21F-E214-4CA8-B68A-A3BCE36BFBC6}" sibTransId="{61C9832B-3CE0-438B-8298-ABA816F5F44D}"/>
    <dgm:cxn modelId="{8322EA37-FA67-4027-9818-EA51D53FCC96}" srcId="{F99AAD73-788F-4DA2-878F-CB2731E54E44}" destId="{F6FE395D-31E7-4570-9CD1-C4DD27EFD1FF}" srcOrd="0" destOrd="0" parTransId="{B535BB02-011B-4819-83D1-49458C2D69F7}" sibTransId="{1F280D1D-6D89-434D-A783-C4EA432F2805}"/>
    <dgm:cxn modelId="{601365B0-2DEB-4B67-BA09-8D663F10FE9F}" srcId="{F6CF5178-FF3D-4EEE-81A5-F9707FECE5FC}" destId="{F99AAD73-788F-4DA2-878F-CB2731E54E44}" srcOrd="0" destOrd="0" parTransId="{E9CB7209-2602-4C16-9893-C8CA3E9D68C2}" sibTransId="{C0E69DA8-64D4-46A8-81BB-EFC03AF66938}"/>
    <dgm:cxn modelId="{DACB52B4-BBEE-47E3-AD68-5F18ED5D0A23}" type="presOf" srcId="{61A475CD-C22A-404E-BEA6-78BBC1E6F504}" destId="{F0A183B1-4ED8-4523-8EBF-42E02785D6D4}" srcOrd="0" destOrd="1" presId="urn:microsoft.com/office/officeart/2005/8/layout/hList1"/>
    <dgm:cxn modelId="{8912C7C7-CB73-4586-A2B1-EC9BA39F4EB8}" type="presOf" srcId="{F99AAD73-788F-4DA2-878F-CB2731E54E44}" destId="{77310F69-3268-4E8D-B186-C2E3934BE446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ED16BAD5-FDD8-460F-8F81-50C7DC4433B1}" type="presOf" srcId="{F6FE395D-31E7-4570-9CD1-C4DD27EFD1FF}" destId="{F0A183B1-4ED8-4523-8EBF-42E02785D6D4}" srcOrd="0" destOrd="0" presId="urn:microsoft.com/office/officeart/2005/8/layout/hList1"/>
    <dgm:cxn modelId="{5734FD28-6667-4202-8ED3-0473A9147E6B}" type="presParOf" srcId="{9034BF52-839F-4127-BB39-564EC164A8F1}" destId="{1460A024-92BC-4DDF-9941-C74540A769E6}" srcOrd="0" destOrd="0" presId="urn:microsoft.com/office/officeart/2005/8/layout/hList1"/>
    <dgm:cxn modelId="{EE8988BA-5E00-4A42-9961-F9E3AC185BBA}" type="presParOf" srcId="{1460A024-92BC-4DDF-9941-C74540A769E6}" destId="{77310F69-3268-4E8D-B186-C2E3934BE446}" srcOrd="0" destOrd="0" presId="urn:microsoft.com/office/officeart/2005/8/layout/hList1"/>
    <dgm:cxn modelId="{9EDCD29A-82E0-4E30-8BF7-3D6293741D41}" type="presParOf" srcId="{1460A024-92BC-4DDF-9941-C74540A769E6}" destId="{F0A183B1-4ED8-4523-8EBF-42E02785D6D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F99AAD73-788F-4DA2-878F-CB2731E54E44}">
      <dgm:prSet phldrT="[Texte]"/>
      <dgm:spPr/>
      <dgm:t>
        <a:bodyPr/>
        <a:lstStyle/>
        <a:p>
          <a:r>
            <a:rPr lang="fr-FR" dirty="0" err="1"/>
            <a:t>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E9CB7209-2602-4C16-9893-C8CA3E9D68C2}" type="parTrans" cxnId="{601365B0-2DEB-4B67-BA09-8D663F10FE9F}">
      <dgm:prSet/>
      <dgm:spPr/>
      <dgm:t>
        <a:bodyPr/>
        <a:lstStyle/>
        <a:p>
          <a:endParaRPr lang="fr-FR"/>
        </a:p>
      </dgm:t>
    </dgm:pt>
    <dgm:pt modelId="{C0E69DA8-64D4-46A8-81BB-EFC03AF66938}" type="sibTrans" cxnId="{601365B0-2DEB-4B67-BA09-8D663F10FE9F}">
      <dgm:prSet/>
      <dgm:spPr/>
      <dgm:t>
        <a:bodyPr/>
        <a:lstStyle/>
        <a:p>
          <a:endParaRPr lang="fr-FR"/>
        </a:p>
      </dgm:t>
    </dgm:pt>
    <dgm:pt modelId="{F6FE395D-31E7-4570-9CD1-C4DD27EFD1FF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predict</a:t>
          </a:r>
          <a:r>
            <a:rPr lang="fr-FR" sz="1800" dirty="0"/>
            <a:t> future </a:t>
          </a:r>
          <a:r>
            <a:rPr lang="fr-FR" sz="1800" dirty="0" err="1"/>
            <a:t>outcomes</a:t>
          </a:r>
          <a:r>
            <a:rPr lang="fr-FR" sz="1800" dirty="0"/>
            <a:t> </a:t>
          </a:r>
          <a:r>
            <a:rPr lang="fr-FR" sz="1800" dirty="0" err="1"/>
            <a:t>based</a:t>
          </a:r>
          <a:r>
            <a:rPr lang="fr-FR" sz="1800" dirty="0"/>
            <a:t> on </a:t>
          </a:r>
          <a:r>
            <a:rPr lang="fr-FR" sz="1800" dirty="0" err="1"/>
            <a:t>past</a:t>
          </a:r>
          <a:r>
            <a:rPr lang="fr-FR" sz="1800" dirty="0"/>
            <a:t> data</a:t>
          </a:r>
        </a:p>
      </dgm:t>
    </dgm:pt>
    <dgm:pt modelId="{1F280D1D-6D89-434D-A783-C4EA432F2805}" type="sibTrans" cxnId="{8322EA37-FA67-4027-9818-EA51D53FCC96}">
      <dgm:prSet/>
      <dgm:spPr/>
      <dgm:t>
        <a:bodyPr/>
        <a:lstStyle/>
        <a:p>
          <a:endParaRPr lang="fr-FR"/>
        </a:p>
      </dgm:t>
    </dgm:pt>
    <dgm:pt modelId="{B535BB02-011B-4819-83D1-49458C2D69F7}" type="parTrans" cxnId="{8322EA37-FA67-4027-9818-EA51D53FCC96}">
      <dgm:prSet/>
      <dgm:spPr/>
      <dgm:t>
        <a:bodyPr/>
        <a:lstStyle/>
        <a:p>
          <a:endParaRPr lang="fr-FR"/>
        </a:p>
      </dgm:t>
    </dgm:pt>
    <dgm:pt modelId="{61A475CD-C22A-404E-BEA6-78BBC1E6F504}">
      <dgm:prSet phldrT="[Texte]" custT="1"/>
      <dgm:spPr/>
      <dgm:t>
        <a:bodyPr/>
        <a:lstStyle/>
        <a:p>
          <a:r>
            <a:rPr lang="fr-FR" sz="1800" dirty="0" err="1"/>
            <a:t>Requires</a:t>
          </a:r>
          <a:r>
            <a:rPr lang="fr-FR" sz="1800" dirty="0"/>
            <a:t> </a:t>
          </a:r>
          <a:r>
            <a:rPr lang="fr-FR" sz="1800" dirty="0" err="1"/>
            <a:t>both</a:t>
          </a:r>
          <a:r>
            <a:rPr lang="fr-FR" sz="1800" dirty="0"/>
            <a:t> an input and an output to </a:t>
          </a:r>
          <a:r>
            <a:rPr lang="fr-FR" sz="1800" dirty="0" err="1"/>
            <a:t>be</a:t>
          </a:r>
          <a:r>
            <a:rPr lang="fr-FR" sz="1800" dirty="0"/>
            <a:t> </a:t>
          </a:r>
          <a:r>
            <a:rPr lang="fr-FR" sz="1800" dirty="0" err="1"/>
            <a:t>given</a:t>
          </a:r>
          <a:r>
            <a:rPr lang="fr-FR" sz="1800" dirty="0"/>
            <a:t> to the model for </a:t>
          </a:r>
          <a:r>
            <a:rPr lang="fr-FR" sz="1800" dirty="0" err="1"/>
            <a:t>it</a:t>
          </a:r>
          <a:r>
            <a:rPr lang="fr-FR" sz="1800" dirty="0"/>
            <a:t> to </a:t>
          </a:r>
          <a:r>
            <a:rPr lang="fr-FR" sz="1800" dirty="0" err="1"/>
            <a:t>be</a:t>
          </a:r>
          <a:r>
            <a:rPr lang="fr-FR" sz="1800" dirty="0"/>
            <a:t> </a:t>
          </a:r>
          <a:r>
            <a:rPr lang="fr-FR" sz="1800" dirty="0" err="1"/>
            <a:t>trained</a:t>
          </a:r>
          <a:endParaRPr lang="fr-FR" sz="1800" dirty="0"/>
        </a:p>
      </dgm:t>
    </dgm:pt>
    <dgm:pt modelId="{61C9832B-3CE0-438B-8298-ABA816F5F44D}" type="sibTrans" cxnId="{5E190A2D-8B8B-4BED-A53F-739E45879F32}">
      <dgm:prSet/>
      <dgm:spPr/>
      <dgm:t>
        <a:bodyPr/>
        <a:lstStyle/>
        <a:p>
          <a:endParaRPr lang="fr-FR"/>
        </a:p>
      </dgm:t>
    </dgm:pt>
    <dgm:pt modelId="{4345C21F-E214-4CA8-B68A-A3BCE36BFBC6}" type="parTrans" cxnId="{5E190A2D-8B8B-4BED-A53F-739E45879F32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1460A024-92BC-4DDF-9941-C74540A769E6}" type="pres">
      <dgm:prSet presAssocID="{F99AAD73-788F-4DA2-878F-CB2731E54E44}" presName="composite" presStyleCnt="0"/>
      <dgm:spPr/>
    </dgm:pt>
    <dgm:pt modelId="{77310F69-3268-4E8D-B186-C2E3934BE446}" type="pres">
      <dgm:prSet presAssocID="{F99AAD73-788F-4DA2-878F-CB2731E54E44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0A183B1-4ED8-4523-8EBF-42E02785D6D4}" type="pres">
      <dgm:prSet presAssocID="{F99AAD73-788F-4DA2-878F-CB2731E54E44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5E190A2D-8B8B-4BED-A53F-739E45879F32}" srcId="{F99AAD73-788F-4DA2-878F-CB2731E54E44}" destId="{61A475CD-C22A-404E-BEA6-78BBC1E6F504}" srcOrd="1" destOrd="0" parTransId="{4345C21F-E214-4CA8-B68A-A3BCE36BFBC6}" sibTransId="{61C9832B-3CE0-438B-8298-ABA816F5F44D}"/>
    <dgm:cxn modelId="{8322EA37-FA67-4027-9818-EA51D53FCC96}" srcId="{F99AAD73-788F-4DA2-878F-CB2731E54E44}" destId="{F6FE395D-31E7-4570-9CD1-C4DD27EFD1FF}" srcOrd="0" destOrd="0" parTransId="{B535BB02-011B-4819-83D1-49458C2D69F7}" sibTransId="{1F280D1D-6D89-434D-A783-C4EA432F2805}"/>
    <dgm:cxn modelId="{601365B0-2DEB-4B67-BA09-8D663F10FE9F}" srcId="{F6CF5178-FF3D-4EEE-81A5-F9707FECE5FC}" destId="{F99AAD73-788F-4DA2-878F-CB2731E54E44}" srcOrd="0" destOrd="0" parTransId="{E9CB7209-2602-4C16-9893-C8CA3E9D68C2}" sibTransId="{C0E69DA8-64D4-46A8-81BB-EFC03AF66938}"/>
    <dgm:cxn modelId="{DACB52B4-BBEE-47E3-AD68-5F18ED5D0A23}" type="presOf" srcId="{61A475CD-C22A-404E-BEA6-78BBC1E6F504}" destId="{F0A183B1-4ED8-4523-8EBF-42E02785D6D4}" srcOrd="0" destOrd="1" presId="urn:microsoft.com/office/officeart/2005/8/layout/hList1"/>
    <dgm:cxn modelId="{8912C7C7-CB73-4586-A2B1-EC9BA39F4EB8}" type="presOf" srcId="{F99AAD73-788F-4DA2-878F-CB2731E54E44}" destId="{77310F69-3268-4E8D-B186-C2E3934BE446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ED16BAD5-FDD8-460F-8F81-50C7DC4433B1}" type="presOf" srcId="{F6FE395D-31E7-4570-9CD1-C4DD27EFD1FF}" destId="{F0A183B1-4ED8-4523-8EBF-42E02785D6D4}" srcOrd="0" destOrd="0" presId="urn:microsoft.com/office/officeart/2005/8/layout/hList1"/>
    <dgm:cxn modelId="{5734FD28-6667-4202-8ED3-0473A9147E6B}" type="presParOf" srcId="{9034BF52-839F-4127-BB39-564EC164A8F1}" destId="{1460A024-92BC-4DDF-9941-C74540A769E6}" srcOrd="0" destOrd="0" presId="urn:microsoft.com/office/officeart/2005/8/layout/hList1"/>
    <dgm:cxn modelId="{EE8988BA-5E00-4A42-9961-F9E3AC185BBA}" type="presParOf" srcId="{1460A024-92BC-4DDF-9941-C74540A769E6}" destId="{77310F69-3268-4E8D-B186-C2E3934BE446}" srcOrd="0" destOrd="0" presId="urn:microsoft.com/office/officeart/2005/8/layout/hList1"/>
    <dgm:cxn modelId="{9EDCD29A-82E0-4E30-8BF7-3D6293741D41}" type="presParOf" srcId="{1460A024-92BC-4DDF-9941-C74540A769E6}" destId="{F0A183B1-4ED8-4523-8EBF-42E02785D6D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6CF5178-FF3D-4EEE-81A5-F9707FECE5F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68CA74D-09F0-467E-8418-F3AD5FB16323}">
      <dgm:prSet phldrT="[Texte]"/>
      <dgm:spPr/>
      <dgm:t>
        <a:bodyPr/>
        <a:lstStyle/>
        <a:p>
          <a:r>
            <a:rPr lang="fr-FR" dirty="0" err="1"/>
            <a:t>Unsupervised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A24C4526-4ABA-4C93-9F22-01084DF8D3AF}" type="parTrans" cxnId="{98E4B0C9-B05F-4698-B89F-F7DD75679814}">
      <dgm:prSet/>
      <dgm:spPr/>
      <dgm:t>
        <a:bodyPr/>
        <a:lstStyle/>
        <a:p>
          <a:endParaRPr lang="fr-FR"/>
        </a:p>
      </dgm:t>
    </dgm:pt>
    <dgm:pt modelId="{C3D95ABF-7A31-4C8E-AF9B-C9F2D4D7F922}" type="sibTrans" cxnId="{98E4B0C9-B05F-4698-B89F-F7DD75679814}">
      <dgm:prSet/>
      <dgm:spPr/>
      <dgm:t>
        <a:bodyPr/>
        <a:lstStyle/>
        <a:p>
          <a:endParaRPr lang="fr-FR"/>
        </a:p>
      </dgm:t>
    </dgm:pt>
    <dgm:pt modelId="{7BCC8B40-3DB2-4F7D-957D-165780D051CB}">
      <dgm:prSet phldrT="[Texte]" custT="1"/>
      <dgm:spPr/>
      <dgm:t>
        <a:bodyPr/>
        <a:lstStyle/>
        <a:p>
          <a:r>
            <a:rPr lang="fr-FR" sz="1800" dirty="0" err="1"/>
            <a:t>Systems</a:t>
          </a:r>
          <a:r>
            <a:rPr lang="fr-FR" sz="1800" dirty="0"/>
            <a:t> are able to </a:t>
          </a:r>
          <a:r>
            <a:rPr lang="fr-FR" sz="1800" dirty="0" err="1"/>
            <a:t>identify</a:t>
          </a:r>
          <a:r>
            <a:rPr lang="fr-FR" sz="1800" dirty="0"/>
            <a:t> </a:t>
          </a:r>
          <a:r>
            <a:rPr lang="fr-FR" sz="1800" dirty="0" err="1"/>
            <a:t>hidden</a:t>
          </a:r>
          <a:r>
            <a:rPr lang="fr-FR" sz="1800" dirty="0"/>
            <a:t> patterns </a:t>
          </a:r>
          <a:r>
            <a:rPr lang="fr-FR" sz="1800" dirty="0" err="1"/>
            <a:t>from</a:t>
          </a:r>
          <a:r>
            <a:rPr lang="fr-FR" sz="1800" dirty="0"/>
            <a:t> the input data </a:t>
          </a:r>
          <a:r>
            <a:rPr lang="fr-FR" sz="1800" dirty="0" err="1"/>
            <a:t>provided</a:t>
          </a:r>
          <a:endParaRPr lang="fr-FR" sz="1800" dirty="0"/>
        </a:p>
      </dgm:t>
    </dgm:pt>
    <dgm:pt modelId="{BF3D872B-F569-4F74-A842-67AA02890834}" type="parTrans" cxnId="{AA19321F-E11D-46E3-A67E-DD30649C904B}">
      <dgm:prSet/>
      <dgm:spPr/>
      <dgm:t>
        <a:bodyPr/>
        <a:lstStyle/>
        <a:p>
          <a:endParaRPr lang="fr-FR"/>
        </a:p>
      </dgm:t>
    </dgm:pt>
    <dgm:pt modelId="{03B57D20-C723-4D33-A856-A65D99B47093}" type="sibTrans" cxnId="{AA19321F-E11D-46E3-A67E-DD30649C904B}">
      <dgm:prSet/>
      <dgm:spPr/>
      <dgm:t>
        <a:bodyPr/>
        <a:lstStyle/>
        <a:p>
          <a:endParaRPr lang="fr-FR"/>
        </a:p>
      </dgm:t>
    </dgm:pt>
    <dgm:pt modelId="{5C212C09-6CF4-4A4A-AFD8-851C56BC29D8}">
      <dgm:prSet phldrT="[Texte]" custT="1"/>
      <dgm:spPr/>
      <dgm:t>
        <a:bodyPr/>
        <a:lstStyle/>
        <a:p>
          <a:r>
            <a:rPr lang="fr-FR" sz="1800" dirty="0"/>
            <a:t>By </a:t>
          </a:r>
          <a:r>
            <a:rPr lang="fr-FR" sz="1800" dirty="0" err="1"/>
            <a:t>making</a:t>
          </a:r>
          <a:r>
            <a:rPr lang="fr-FR" sz="1800" dirty="0"/>
            <a:t> the data more </a:t>
          </a:r>
          <a:r>
            <a:rPr lang="fr-FR" sz="1800" dirty="0" err="1"/>
            <a:t>readable</a:t>
          </a:r>
          <a:r>
            <a:rPr lang="fr-FR" sz="1800" dirty="0"/>
            <a:t> and </a:t>
          </a:r>
          <a:r>
            <a:rPr lang="fr-FR" sz="1800" dirty="0" err="1"/>
            <a:t>organized</a:t>
          </a:r>
          <a:r>
            <a:rPr lang="fr-FR" sz="1800" dirty="0"/>
            <a:t>, </a:t>
          </a:r>
          <a:r>
            <a:rPr lang="fr-FR" sz="1800" dirty="0" err="1"/>
            <a:t>similarities</a:t>
          </a:r>
          <a:r>
            <a:rPr lang="fr-FR" sz="1800" dirty="0"/>
            <a:t> or anomalies </a:t>
          </a:r>
          <a:r>
            <a:rPr lang="fr-FR" sz="1800" dirty="0" err="1"/>
            <a:t>become</a:t>
          </a:r>
          <a:r>
            <a:rPr lang="fr-FR" sz="1800" dirty="0"/>
            <a:t> more évident</a:t>
          </a:r>
        </a:p>
      </dgm:t>
    </dgm:pt>
    <dgm:pt modelId="{E3D4E409-CF9F-4F28-8B7E-85717F06060C}" type="parTrans" cxnId="{E75B6C03-D477-4556-87FF-95AA71EA2535}">
      <dgm:prSet/>
      <dgm:spPr/>
      <dgm:t>
        <a:bodyPr/>
        <a:lstStyle/>
        <a:p>
          <a:endParaRPr lang="fr-FR"/>
        </a:p>
      </dgm:t>
    </dgm:pt>
    <dgm:pt modelId="{17A54D47-1A5E-49AF-8F1A-0E66F7BE9234}" type="sibTrans" cxnId="{E75B6C03-D477-4556-87FF-95AA71EA2535}">
      <dgm:prSet/>
      <dgm:spPr/>
      <dgm:t>
        <a:bodyPr/>
        <a:lstStyle/>
        <a:p>
          <a:endParaRPr lang="fr-FR"/>
        </a:p>
      </dgm:t>
    </dgm:pt>
    <dgm:pt modelId="{9034BF52-839F-4127-BB39-564EC164A8F1}" type="pres">
      <dgm:prSet presAssocID="{F6CF5178-FF3D-4EEE-81A5-F9707FECE5FC}" presName="Name0" presStyleCnt="0">
        <dgm:presLayoutVars>
          <dgm:dir/>
          <dgm:animLvl val="lvl"/>
          <dgm:resizeHandles val="exact"/>
        </dgm:presLayoutVars>
      </dgm:prSet>
      <dgm:spPr/>
    </dgm:pt>
    <dgm:pt modelId="{61162E4B-A543-40F1-84F6-41E13EA4620D}" type="pres">
      <dgm:prSet presAssocID="{268CA74D-09F0-467E-8418-F3AD5FB16323}" presName="composite" presStyleCnt="0"/>
      <dgm:spPr/>
    </dgm:pt>
    <dgm:pt modelId="{5E4EB855-724F-47AD-B37C-718F2A87937D}" type="pres">
      <dgm:prSet presAssocID="{268CA74D-09F0-467E-8418-F3AD5FB16323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70588AF-D7D1-4A83-A797-8E082377FAE1}" type="pres">
      <dgm:prSet presAssocID="{268CA74D-09F0-467E-8418-F3AD5FB16323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75B6C03-D477-4556-87FF-95AA71EA2535}" srcId="{268CA74D-09F0-467E-8418-F3AD5FB16323}" destId="{5C212C09-6CF4-4A4A-AFD8-851C56BC29D8}" srcOrd="1" destOrd="0" parTransId="{E3D4E409-CF9F-4F28-8B7E-85717F06060C}" sibTransId="{17A54D47-1A5E-49AF-8F1A-0E66F7BE9234}"/>
    <dgm:cxn modelId="{AA19321F-E11D-46E3-A67E-DD30649C904B}" srcId="{268CA74D-09F0-467E-8418-F3AD5FB16323}" destId="{7BCC8B40-3DB2-4F7D-957D-165780D051CB}" srcOrd="0" destOrd="0" parTransId="{BF3D872B-F569-4F74-A842-67AA02890834}" sibTransId="{03B57D20-C723-4D33-A856-A65D99B47093}"/>
    <dgm:cxn modelId="{C88B0579-E953-4BBC-A25F-128253113448}" type="presOf" srcId="{5C212C09-6CF4-4A4A-AFD8-851C56BC29D8}" destId="{E70588AF-D7D1-4A83-A797-8E082377FAE1}" srcOrd="0" destOrd="1" presId="urn:microsoft.com/office/officeart/2005/8/layout/hList1"/>
    <dgm:cxn modelId="{FAB833A9-4DE8-4B81-9532-D752A65C1AAE}" type="presOf" srcId="{268CA74D-09F0-467E-8418-F3AD5FB16323}" destId="{5E4EB855-724F-47AD-B37C-718F2A87937D}" srcOrd="0" destOrd="0" presId="urn:microsoft.com/office/officeart/2005/8/layout/hList1"/>
    <dgm:cxn modelId="{B8B37FC8-280F-467E-8243-29B9D5A057F2}" type="presOf" srcId="{F6CF5178-FF3D-4EEE-81A5-F9707FECE5FC}" destId="{9034BF52-839F-4127-BB39-564EC164A8F1}" srcOrd="0" destOrd="0" presId="urn:microsoft.com/office/officeart/2005/8/layout/hList1"/>
    <dgm:cxn modelId="{98E4B0C9-B05F-4698-B89F-F7DD75679814}" srcId="{F6CF5178-FF3D-4EEE-81A5-F9707FECE5FC}" destId="{268CA74D-09F0-467E-8418-F3AD5FB16323}" srcOrd="0" destOrd="0" parTransId="{A24C4526-4ABA-4C93-9F22-01084DF8D3AF}" sibTransId="{C3D95ABF-7A31-4C8E-AF9B-C9F2D4D7F922}"/>
    <dgm:cxn modelId="{25EC0ECE-90D7-4D2D-B120-18A4EF24EC88}" type="presOf" srcId="{7BCC8B40-3DB2-4F7D-957D-165780D051CB}" destId="{E70588AF-D7D1-4A83-A797-8E082377FAE1}" srcOrd="0" destOrd="0" presId="urn:microsoft.com/office/officeart/2005/8/layout/hList1"/>
    <dgm:cxn modelId="{B96B1878-B352-43E3-B847-27D8D3FB1423}" type="presParOf" srcId="{9034BF52-839F-4127-BB39-564EC164A8F1}" destId="{61162E4B-A543-40F1-84F6-41E13EA4620D}" srcOrd="0" destOrd="0" presId="urn:microsoft.com/office/officeart/2005/8/layout/hList1"/>
    <dgm:cxn modelId="{B89953A4-CF95-47AC-A4F6-B5E41EC87CDB}" type="presParOf" srcId="{61162E4B-A543-40F1-84F6-41E13EA4620D}" destId="{5E4EB855-724F-47AD-B37C-718F2A87937D}" srcOrd="0" destOrd="0" presId="urn:microsoft.com/office/officeart/2005/8/layout/hList1"/>
    <dgm:cxn modelId="{F2A6C511-D408-433C-A810-E2E584A40961}" type="presParOf" srcId="{61162E4B-A543-40F1-84F6-41E13EA4620D}" destId="{E70588AF-D7D1-4A83-A797-8E082377FA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and </a:t>
          </a:r>
          <a:r>
            <a:rPr lang="fr-FR" b="1" dirty="0" err="1"/>
            <a:t>Feature</a:t>
          </a:r>
          <a:r>
            <a:rPr lang="fr-FR" b="1" dirty="0"/>
            <a:t> </a:t>
          </a:r>
          <a:r>
            <a:rPr lang="fr-FR" b="1" dirty="0" err="1"/>
            <a:t>selection</a:t>
          </a:r>
          <a:r>
            <a:rPr lang="fr-FR" b="1" dirty="0"/>
            <a:t> </a:t>
          </a:r>
          <a:r>
            <a:rPr lang="fr-FR" b="1" dirty="0" err="1"/>
            <a:t>using</a:t>
          </a:r>
          <a:r>
            <a:rPr lang="fr-FR" b="1" dirty="0"/>
            <a:t> </a:t>
          </a:r>
          <a:r>
            <a:rPr lang="fr-FR" b="1" dirty="0" err="1"/>
            <a:t>Sequential</a:t>
          </a:r>
          <a:r>
            <a:rPr lang="fr-FR" b="1" dirty="0"/>
            <a:t> </a:t>
          </a:r>
          <a:r>
            <a:rPr lang="fr-FR" b="1" dirty="0" err="1"/>
            <a:t>Features</a:t>
          </a:r>
          <a:r>
            <a:rPr lang="fr-FR" b="1" dirty="0"/>
            <a:t> </a:t>
          </a:r>
          <a:r>
            <a:rPr lang="fr-FR" b="1" dirty="0" err="1"/>
            <a:t>Selector</a:t>
          </a:r>
          <a:endParaRPr lang="fr-FR" b="1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b="1" dirty="0" err="1"/>
            <a:t>Kmeans</a:t>
          </a:r>
          <a:r>
            <a:rPr lang="fr-FR" b="1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dirty="0" err="1"/>
            <a:t>Visualization</a:t>
          </a:r>
          <a:r>
            <a:rPr lang="fr-FR" dirty="0"/>
            <a:t> of cluster for </a:t>
          </a:r>
          <a:r>
            <a:rPr lang="fr-FR" dirty="0" err="1"/>
            <a:t>each</a:t>
          </a:r>
          <a:r>
            <a:rPr lang="fr-FR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b="1" dirty="0" err="1"/>
            <a:t>Visualization</a:t>
          </a:r>
          <a:r>
            <a:rPr lang="fr-FR" b="1" dirty="0"/>
            <a:t> of cluster for </a:t>
          </a:r>
          <a:r>
            <a:rPr lang="fr-FR" b="1" dirty="0" err="1"/>
            <a:t>each</a:t>
          </a:r>
          <a:r>
            <a:rPr lang="fr-FR" b="1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b="1" dirty="0" err="1"/>
            <a:t>Visualization</a:t>
          </a:r>
          <a:r>
            <a:rPr lang="fr-FR" b="1" dirty="0"/>
            <a:t> of cluster for </a:t>
          </a:r>
          <a:r>
            <a:rPr lang="fr-FR" b="1" dirty="0" err="1"/>
            <a:t>each</a:t>
          </a:r>
          <a:r>
            <a:rPr lang="fr-FR" b="1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b="1" dirty="0" err="1"/>
            <a:t>Visualization</a:t>
          </a:r>
          <a:r>
            <a:rPr lang="fr-FR" b="1" dirty="0"/>
            <a:t> of cluster for </a:t>
          </a:r>
          <a:r>
            <a:rPr lang="fr-FR" b="1" dirty="0" err="1"/>
            <a:t>each</a:t>
          </a:r>
          <a:r>
            <a:rPr lang="fr-FR" b="1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b="1" dirty="0" err="1"/>
            <a:t>Visualization</a:t>
          </a:r>
          <a:r>
            <a:rPr lang="fr-FR" b="1" dirty="0"/>
            <a:t> of cluster for </a:t>
          </a:r>
          <a:r>
            <a:rPr lang="fr-FR" b="1" dirty="0" err="1"/>
            <a:t>each</a:t>
          </a:r>
          <a:r>
            <a:rPr lang="fr-FR" b="1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b="1" dirty="0" err="1"/>
            <a:t>Visualization</a:t>
          </a:r>
          <a:r>
            <a:rPr lang="fr-FR" b="1" dirty="0"/>
            <a:t> of cluster for </a:t>
          </a:r>
          <a:r>
            <a:rPr lang="fr-FR" b="1" dirty="0" err="1"/>
            <a:t>each</a:t>
          </a:r>
          <a:r>
            <a:rPr lang="fr-FR" b="1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27ACD72D-3A63-46FC-A7F2-0CA524DBE7B9}" type="doc">
      <dgm:prSet loTypeId="urn:microsoft.com/office/officeart/2005/8/layout/process2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6CB7DB6-401F-4268-A191-F68B0868FCB3}">
      <dgm:prSet phldrT="[Texte]"/>
      <dgm:spPr/>
      <dgm:t>
        <a:bodyPr/>
        <a:lstStyle/>
        <a:p>
          <a:r>
            <a:rPr lang="fr-FR" dirty="0" err="1"/>
            <a:t>Cleaning</a:t>
          </a:r>
          <a:r>
            <a:rPr lang="fr-FR" dirty="0"/>
            <a:t> / </a:t>
          </a:r>
          <a:r>
            <a:rPr lang="fr-FR" dirty="0" err="1"/>
            <a:t>Normalizing</a:t>
          </a:r>
          <a:r>
            <a:rPr lang="fr-FR" dirty="0"/>
            <a:t> / </a:t>
          </a:r>
          <a:r>
            <a:rPr lang="fr-FR" dirty="0" err="1"/>
            <a:t>Encoding</a:t>
          </a:r>
          <a:r>
            <a:rPr lang="fr-FR" dirty="0"/>
            <a:t>…</a:t>
          </a:r>
        </a:p>
      </dgm:t>
    </dgm:pt>
    <dgm:pt modelId="{32C0EF5F-C8CC-424A-BBCD-CCD81FCDCF75}" type="parTrans" cxnId="{D4A5A963-43C1-44BF-A60A-54EE444000D6}">
      <dgm:prSet/>
      <dgm:spPr/>
      <dgm:t>
        <a:bodyPr/>
        <a:lstStyle/>
        <a:p>
          <a:endParaRPr lang="fr-FR"/>
        </a:p>
      </dgm:t>
    </dgm:pt>
    <dgm:pt modelId="{27AD1BCA-CA48-43AB-B135-1EAF9296C08C}" type="sibTrans" cxnId="{D4A5A963-43C1-44BF-A60A-54EE444000D6}">
      <dgm:prSet/>
      <dgm:spPr/>
      <dgm:t>
        <a:bodyPr/>
        <a:lstStyle/>
        <a:p>
          <a:endParaRPr lang="fr-FR"/>
        </a:p>
      </dgm:t>
    </dgm:pt>
    <dgm:pt modelId="{A48E1C67-3903-4131-8FDB-D26A2BA72616}">
      <dgm:prSet phldrT="[Texte]"/>
      <dgm:spPr/>
      <dgm:t>
        <a:bodyPr/>
        <a:lstStyle/>
        <a:p>
          <a:r>
            <a:rPr lang="fr-FR" b="0" dirty="0" err="1"/>
            <a:t>Kmeans</a:t>
          </a:r>
          <a:r>
            <a:rPr lang="fr-FR" b="0" dirty="0"/>
            <a:t> and </a:t>
          </a:r>
          <a:r>
            <a:rPr lang="fr-FR" b="0" dirty="0" err="1"/>
            <a:t>Feature</a:t>
          </a:r>
          <a:r>
            <a:rPr lang="fr-FR" b="0" dirty="0"/>
            <a:t> </a:t>
          </a:r>
          <a:r>
            <a:rPr lang="fr-FR" b="0" dirty="0" err="1"/>
            <a:t>selection</a:t>
          </a:r>
          <a:r>
            <a:rPr lang="fr-FR" b="0" dirty="0"/>
            <a:t> </a:t>
          </a:r>
          <a:r>
            <a:rPr lang="fr-FR" b="0" dirty="0" err="1"/>
            <a:t>using</a:t>
          </a:r>
          <a:r>
            <a:rPr lang="fr-FR" b="0" dirty="0"/>
            <a:t> </a:t>
          </a:r>
          <a:r>
            <a:rPr lang="fr-FR" b="0" dirty="0" err="1"/>
            <a:t>Sequential</a:t>
          </a:r>
          <a:r>
            <a:rPr lang="fr-FR" b="0" dirty="0"/>
            <a:t> </a:t>
          </a:r>
          <a:r>
            <a:rPr lang="fr-FR" b="0" dirty="0" err="1"/>
            <a:t>Features</a:t>
          </a:r>
          <a:r>
            <a:rPr lang="fr-FR" b="0" dirty="0"/>
            <a:t> </a:t>
          </a:r>
          <a:r>
            <a:rPr lang="fr-FR" b="0" dirty="0" err="1"/>
            <a:t>Selector</a:t>
          </a:r>
          <a:endParaRPr lang="fr-FR" b="0" dirty="0"/>
        </a:p>
      </dgm:t>
    </dgm:pt>
    <dgm:pt modelId="{2139E6E6-7625-4BC7-89E8-F2A4AAFA2FEE}" type="parTrans" cxnId="{8C8B60FC-983C-4D4E-BDDB-2F831D105ECA}">
      <dgm:prSet/>
      <dgm:spPr/>
      <dgm:t>
        <a:bodyPr/>
        <a:lstStyle/>
        <a:p>
          <a:endParaRPr lang="fr-FR"/>
        </a:p>
      </dgm:t>
    </dgm:pt>
    <dgm:pt modelId="{489C9711-C99C-436E-AAF7-B3790480906F}" type="sibTrans" cxnId="{8C8B60FC-983C-4D4E-BDDB-2F831D105ECA}">
      <dgm:prSet/>
      <dgm:spPr/>
      <dgm:t>
        <a:bodyPr/>
        <a:lstStyle/>
        <a:p>
          <a:endParaRPr lang="fr-FR"/>
        </a:p>
      </dgm:t>
    </dgm:pt>
    <dgm:pt modelId="{D53003FA-B1F4-4024-AF92-070B2B065336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 : the clusters</a:t>
          </a:r>
        </a:p>
      </dgm:t>
    </dgm:pt>
    <dgm:pt modelId="{602645AA-8EC0-421E-9679-1C71BEB5565D}" type="parTrans" cxnId="{5C10218B-0862-488C-B5D1-FC14CDC361DD}">
      <dgm:prSet/>
      <dgm:spPr/>
      <dgm:t>
        <a:bodyPr/>
        <a:lstStyle/>
        <a:p>
          <a:endParaRPr lang="fr-FR"/>
        </a:p>
      </dgm:t>
    </dgm:pt>
    <dgm:pt modelId="{0BF213E5-818C-424E-A8A0-6D56E602D0B1}" type="sibTrans" cxnId="{5C10218B-0862-488C-B5D1-FC14CDC361DD}">
      <dgm:prSet/>
      <dgm:spPr/>
      <dgm:t>
        <a:bodyPr/>
        <a:lstStyle/>
        <a:p>
          <a:endParaRPr lang="fr-FR"/>
        </a:p>
      </dgm:t>
    </dgm:pt>
    <dgm:pt modelId="{E02ABA61-81FB-4735-96FF-929BED6EF586}">
      <dgm:prSet phldrT="[Texte]"/>
      <dgm:spPr/>
      <dgm:t>
        <a:bodyPr/>
        <a:lstStyle/>
        <a:p>
          <a:r>
            <a:rPr lang="fr-FR" b="1" dirty="0" err="1"/>
            <a:t>Visualization</a:t>
          </a:r>
          <a:r>
            <a:rPr lang="fr-FR" b="1" dirty="0"/>
            <a:t> of cluster for </a:t>
          </a:r>
          <a:r>
            <a:rPr lang="fr-FR" b="1" dirty="0" err="1"/>
            <a:t>each</a:t>
          </a:r>
          <a:r>
            <a:rPr lang="fr-FR" b="1" dirty="0"/>
            <a:t> CC</a:t>
          </a:r>
        </a:p>
      </dgm:t>
    </dgm:pt>
    <dgm:pt modelId="{19D00344-2845-4FA7-91FB-4EC79B76300F}" type="parTrans" cxnId="{F5CB12BA-E158-4B1B-8150-2C207CB94FE7}">
      <dgm:prSet/>
      <dgm:spPr/>
      <dgm:t>
        <a:bodyPr/>
        <a:lstStyle/>
        <a:p>
          <a:endParaRPr lang="fr-FR"/>
        </a:p>
      </dgm:t>
    </dgm:pt>
    <dgm:pt modelId="{30000502-2AEF-4EBD-8563-1585C36AA91A}" type="sibTrans" cxnId="{F5CB12BA-E158-4B1B-8150-2C207CB94FE7}">
      <dgm:prSet/>
      <dgm:spPr/>
      <dgm:t>
        <a:bodyPr/>
        <a:lstStyle/>
        <a:p>
          <a:endParaRPr lang="fr-FR"/>
        </a:p>
      </dgm:t>
    </dgm:pt>
    <dgm:pt modelId="{09CCD7F9-285F-4F0B-B97A-4C7222FEA61C}" type="pres">
      <dgm:prSet presAssocID="{27ACD72D-3A63-46FC-A7F2-0CA524DBE7B9}" presName="linearFlow" presStyleCnt="0">
        <dgm:presLayoutVars>
          <dgm:resizeHandles val="exact"/>
        </dgm:presLayoutVars>
      </dgm:prSet>
      <dgm:spPr/>
    </dgm:pt>
    <dgm:pt modelId="{CCA059FD-7FC0-49FC-B2FF-AC6131EB1BDE}" type="pres">
      <dgm:prSet presAssocID="{86CB7DB6-401F-4268-A191-F68B0868FCB3}" presName="node" presStyleLbl="node1" presStyleIdx="0" presStyleCnt="4">
        <dgm:presLayoutVars>
          <dgm:bulletEnabled val="1"/>
        </dgm:presLayoutVars>
      </dgm:prSet>
      <dgm:spPr/>
    </dgm:pt>
    <dgm:pt modelId="{0AE50AE0-0B02-43D3-B3B8-C0232B5185EA}" type="pres">
      <dgm:prSet presAssocID="{27AD1BCA-CA48-43AB-B135-1EAF9296C08C}" presName="sibTrans" presStyleLbl="sibTrans2D1" presStyleIdx="0" presStyleCnt="3"/>
      <dgm:spPr/>
    </dgm:pt>
    <dgm:pt modelId="{8539B637-FC2D-480E-BF6D-CFE074D6DCE7}" type="pres">
      <dgm:prSet presAssocID="{27AD1BCA-CA48-43AB-B135-1EAF9296C08C}" presName="connectorText" presStyleLbl="sibTrans2D1" presStyleIdx="0" presStyleCnt="3"/>
      <dgm:spPr/>
    </dgm:pt>
    <dgm:pt modelId="{72D1607F-80C5-4E0F-8292-BB3412FEE250}" type="pres">
      <dgm:prSet presAssocID="{A48E1C67-3903-4131-8FDB-D26A2BA72616}" presName="node" presStyleLbl="node1" presStyleIdx="1" presStyleCnt="4">
        <dgm:presLayoutVars>
          <dgm:bulletEnabled val="1"/>
        </dgm:presLayoutVars>
      </dgm:prSet>
      <dgm:spPr/>
    </dgm:pt>
    <dgm:pt modelId="{02FB131E-8720-45FB-980F-366256A5832D}" type="pres">
      <dgm:prSet presAssocID="{489C9711-C99C-436E-AAF7-B3790480906F}" presName="sibTrans" presStyleLbl="sibTrans2D1" presStyleIdx="1" presStyleCnt="3"/>
      <dgm:spPr/>
    </dgm:pt>
    <dgm:pt modelId="{0604D078-1794-4B5F-B5FF-222531CB8062}" type="pres">
      <dgm:prSet presAssocID="{489C9711-C99C-436E-AAF7-B3790480906F}" presName="connectorText" presStyleLbl="sibTrans2D1" presStyleIdx="1" presStyleCnt="3"/>
      <dgm:spPr/>
    </dgm:pt>
    <dgm:pt modelId="{0224019E-7D99-45A9-9477-9706CF9CCE7F}" type="pres">
      <dgm:prSet presAssocID="{D53003FA-B1F4-4024-AF92-070B2B065336}" presName="node" presStyleLbl="node1" presStyleIdx="2" presStyleCnt="4">
        <dgm:presLayoutVars>
          <dgm:bulletEnabled val="1"/>
        </dgm:presLayoutVars>
      </dgm:prSet>
      <dgm:spPr/>
    </dgm:pt>
    <dgm:pt modelId="{0B4FCE56-3426-44F4-A399-B6EF256D8567}" type="pres">
      <dgm:prSet presAssocID="{0BF213E5-818C-424E-A8A0-6D56E602D0B1}" presName="sibTrans" presStyleLbl="sibTrans2D1" presStyleIdx="2" presStyleCnt="3"/>
      <dgm:spPr/>
    </dgm:pt>
    <dgm:pt modelId="{D324F57E-CB70-4C56-ACAB-A75793247FD1}" type="pres">
      <dgm:prSet presAssocID="{0BF213E5-818C-424E-A8A0-6D56E602D0B1}" presName="connectorText" presStyleLbl="sibTrans2D1" presStyleIdx="2" presStyleCnt="3"/>
      <dgm:spPr/>
    </dgm:pt>
    <dgm:pt modelId="{70AB0D66-F301-478D-9C5F-A2163D857B69}" type="pres">
      <dgm:prSet presAssocID="{E02ABA61-81FB-4735-96FF-929BED6EF586}" presName="node" presStyleLbl="node1" presStyleIdx="3" presStyleCnt="4">
        <dgm:presLayoutVars>
          <dgm:bulletEnabled val="1"/>
        </dgm:presLayoutVars>
      </dgm:prSet>
      <dgm:spPr/>
    </dgm:pt>
  </dgm:ptLst>
  <dgm:cxnLst>
    <dgm:cxn modelId="{A8CC421F-C6F0-473C-A42C-3AC6717DB31C}" type="presOf" srcId="{A48E1C67-3903-4131-8FDB-D26A2BA72616}" destId="{72D1607F-80C5-4E0F-8292-BB3412FEE250}" srcOrd="0" destOrd="0" presId="urn:microsoft.com/office/officeart/2005/8/layout/process2"/>
    <dgm:cxn modelId="{C9AEF532-C1E0-4745-A657-A70C4E4342E0}" type="presOf" srcId="{E02ABA61-81FB-4735-96FF-929BED6EF586}" destId="{70AB0D66-F301-478D-9C5F-A2163D857B69}" srcOrd="0" destOrd="0" presId="urn:microsoft.com/office/officeart/2005/8/layout/process2"/>
    <dgm:cxn modelId="{F2212039-5FD1-4CA9-9F89-32ED38273372}" type="presOf" srcId="{D53003FA-B1F4-4024-AF92-070B2B065336}" destId="{0224019E-7D99-45A9-9477-9706CF9CCE7F}" srcOrd="0" destOrd="0" presId="urn:microsoft.com/office/officeart/2005/8/layout/process2"/>
    <dgm:cxn modelId="{624EAA3D-C70A-40FE-BBA2-DEF16AEB9F50}" type="presOf" srcId="{0BF213E5-818C-424E-A8A0-6D56E602D0B1}" destId="{0B4FCE56-3426-44F4-A399-B6EF256D8567}" srcOrd="0" destOrd="0" presId="urn:microsoft.com/office/officeart/2005/8/layout/process2"/>
    <dgm:cxn modelId="{D4A5A963-43C1-44BF-A60A-54EE444000D6}" srcId="{27ACD72D-3A63-46FC-A7F2-0CA524DBE7B9}" destId="{86CB7DB6-401F-4268-A191-F68B0868FCB3}" srcOrd="0" destOrd="0" parTransId="{32C0EF5F-C8CC-424A-BBCD-CCD81FCDCF75}" sibTransId="{27AD1BCA-CA48-43AB-B135-1EAF9296C08C}"/>
    <dgm:cxn modelId="{A4AF0E6B-6C52-4081-8E4A-828E23028C07}" type="presOf" srcId="{489C9711-C99C-436E-AAF7-B3790480906F}" destId="{02FB131E-8720-45FB-980F-366256A5832D}" srcOrd="0" destOrd="0" presId="urn:microsoft.com/office/officeart/2005/8/layout/process2"/>
    <dgm:cxn modelId="{3198DC7D-AE51-438C-BC08-252787BDA3E8}" type="presOf" srcId="{0BF213E5-818C-424E-A8A0-6D56E602D0B1}" destId="{D324F57E-CB70-4C56-ACAB-A75793247FD1}" srcOrd="1" destOrd="0" presId="urn:microsoft.com/office/officeart/2005/8/layout/process2"/>
    <dgm:cxn modelId="{5C10218B-0862-488C-B5D1-FC14CDC361DD}" srcId="{27ACD72D-3A63-46FC-A7F2-0CA524DBE7B9}" destId="{D53003FA-B1F4-4024-AF92-070B2B065336}" srcOrd="2" destOrd="0" parTransId="{602645AA-8EC0-421E-9679-1C71BEB5565D}" sibTransId="{0BF213E5-818C-424E-A8A0-6D56E602D0B1}"/>
    <dgm:cxn modelId="{839B9290-4DF3-41CB-B1C4-696593B211BA}" type="presOf" srcId="{27AD1BCA-CA48-43AB-B135-1EAF9296C08C}" destId="{0AE50AE0-0B02-43D3-B3B8-C0232B5185EA}" srcOrd="0" destOrd="0" presId="urn:microsoft.com/office/officeart/2005/8/layout/process2"/>
    <dgm:cxn modelId="{0B4D7C9C-A320-4163-9F7D-5AE4E9AEFF08}" type="presOf" srcId="{86CB7DB6-401F-4268-A191-F68B0868FCB3}" destId="{CCA059FD-7FC0-49FC-B2FF-AC6131EB1BDE}" srcOrd="0" destOrd="0" presId="urn:microsoft.com/office/officeart/2005/8/layout/process2"/>
    <dgm:cxn modelId="{F5CB12BA-E158-4B1B-8150-2C207CB94FE7}" srcId="{27ACD72D-3A63-46FC-A7F2-0CA524DBE7B9}" destId="{E02ABA61-81FB-4735-96FF-929BED6EF586}" srcOrd="3" destOrd="0" parTransId="{19D00344-2845-4FA7-91FB-4EC79B76300F}" sibTransId="{30000502-2AEF-4EBD-8563-1585C36AA91A}"/>
    <dgm:cxn modelId="{6FD4E9E5-7AC1-46E7-AF2B-881F067A8D53}" type="presOf" srcId="{27ACD72D-3A63-46FC-A7F2-0CA524DBE7B9}" destId="{09CCD7F9-285F-4F0B-B97A-4C7222FEA61C}" srcOrd="0" destOrd="0" presId="urn:microsoft.com/office/officeart/2005/8/layout/process2"/>
    <dgm:cxn modelId="{6731EBE7-30A5-4D12-8626-B060DF2C1FA7}" type="presOf" srcId="{489C9711-C99C-436E-AAF7-B3790480906F}" destId="{0604D078-1794-4B5F-B5FF-222531CB8062}" srcOrd="1" destOrd="0" presId="urn:microsoft.com/office/officeart/2005/8/layout/process2"/>
    <dgm:cxn modelId="{F0D22BFB-F87D-4980-88FC-C91F6864E006}" type="presOf" srcId="{27AD1BCA-CA48-43AB-B135-1EAF9296C08C}" destId="{8539B637-FC2D-480E-BF6D-CFE074D6DCE7}" srcOrd="1" destOrd="0" presId="urn:microsoft.com/office/officeart/2005/8/layout/process2"/>
    <dgm:cxn modelId="{8C8B60FC-983C-4D4E-BDDB-2F831D105ECA}" srcId="{27ACD72D-3A63-46FC-A7F2-0CA524DBE7B9}" destId="{A48E1C67-3903-4131-8FDB-D26A2BA72616}" srcOrd="1" destOrd="0" parTransId="{2139E6E6-7625-4BC7-89E8-F2A4AAFA2FEE}" sibTransId="{489C9711-C99C-436E-AAF7-B3790480906F}"/>
    <dgm:cxn modelId="{B5484B6E-C4D6-4F67-AB1D-384978DAF015}" type="presParOf" srcId="{09CCD7F9-285F-4F0B-B97A-4C7222FEA61C}" destId="{CCA059FD-7FC0-49FC-B2FF-AC6131EB1BDE}" srcOrd="0" destOrd="0" presId="urn:microsoft.com/office/officeart/2005/8/layout/process2"/>
    <dgm:cxn modelId="{8BB06672-AC42-4251-BB92-EBDB2EC45395}" type="presParOf" srcId="{09CCD7F9-285F-4F0B-B97A-4C7222FEA61C}" destId="{0AE50AE0-0B02-43D3-B3B8-C0232B5185EA}" srcOrd="1" destOrd="0" presId="urn:microsoft.com/office/officeart/2005/8/layout/process2"/>
    <dgm:cxn modelId="{2BC3742C-8D49-4BDD-81A8-276654BE9297}" type="presParOf" srcId="{0AE50AE0-0B02-43D3-B3B8-C0232B5185EA}" destId="{8539B637-FC2D-480E-BF6D-CFE074D6DCE7}" srcOrd="0" destOrd="0" presId="urn:microsoft.com/office/officeart/2005/8/layout/process2"/>
    <dgm:cxn modelId="{731F1CA5-5BE0-4A38-9AED-66511969CF0C}" type="presParOf" srcId="{09CCD7F9-285F-4F0B-B97A-4C7222FEA61C}" destId="{72D1607F-80C5-4E0F-8292-BB3412FEE250}" srcOrd="2" destOrd="0" presId="urn:microsoft.com/office/officeart/2005/8/layout/process2"/>
    <dgm:cxn modelId="{AE95EC53-6E3D-46EB-B94A-56E1B5CFB28E}" type="presParOf" srcId="{09CCD7F9-285F-4F0B-B97A-4C7222FEA61C}" destId="{02FB131E-8720-45FB-980F-366256A5832D}" srcOrd="3" destOrd="0" presId="urn:microsoft.com/office/officeart/2005/8/layout/process2"/>
    <dgm:cxn modelId="{433C9028-843A-48B4-9C66-6DF2C527214E}" type="presParOf" srcId="{02FB131E-8720-45FB-980F-366256A5832D}" destId="{0604D078-1794-4B5F-B5FF-222531CB8062}" srcOrd="0" destOrd="0" presId="urn:microsoft.com/office/officeart/2005/8/layout/process2"/>
    <dgm:cxn modelId="{D7E5953E-7700-4C96-8752-7E4051971108}" type="presParOf" srcId="{09CCD7F9-285F-4F0B-B97A-4C7222FEA61C}" destId="{0224019E-7D99-45A9-9477-9706CF9CCE7F}" srcOrd="4" destOrd="0" presId="urn:microsoft.com/office/officeart/2005/8/layout/process2"/>
    <dgm:cxn modelId="{87C6B589-0B9F-4F83-86A9-11B0CC53DFD3}" type="presParOf" srcId="{09CCD7F9-285F-4F0B-B97A-4C7222FEA61C}" destId="{0B4FCE56-3426-44F4-A399-B6EF256D8567}" srcOrd="5" destOrd="0" presId="urn:microsoft.com/office/officeart/2005/8/layout/process2"/>
    <dgm:cxn modelId="{4E4FAEAA-FCAF-43CB-9088-B5734DCCFF68}" type="presParOf" srcId="{0B4FCE56-3426-44F4-A399-B6EF256D8567}" destId="{D324F57E-CB70-4C56-ACAB-A75793247FD1}" srcOrd="0" destOrd="0" presId="urn:microsoft.com/office/officeart/2005/8/layout/process2"/>
    <dgm:cxn modelId="{D6234984-65C3-4734-85FB-353D5BEDFD1E}" type="presParOf" srcId="{09CCD7F9-285F-4F0B-B97A-4C7222FEA61C}" destId="{70AB0D66-F301-478D-9C5F-A2163D857B6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E3C7BC51-E827-446A-A89A-A38BAEED6865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</dgm:pt>
    <dgm:pt modelId="{15F58521-8D0F-45C8-A666-A473A2D1CDA9}">
      <dgm:prSet phldrT="[Texte]" custT="1"/>
      <dgm:spPr/>
      <dgm:t>
        <a:bodyPr/>
        <a:lstStyle/>
        <a:p>
          <a:r>
            <a:rPr lang="fr-FR" sz="1200" dirty="0"/>
            <a:t>Cluster</a:t>
          </a:r>
        </a:p>
      </dgm:t>
    </dgm:pt>
    <dgm:pt modelId="{1236037D-B055-4878-BFBB-73C665F8064C}" type="parTrans" cxnId="{5F80D7EB-66B4-4997-BBB6-986B1C5048C0}">
      <dgm:prSet/>
      <dgm:spPr/>
      <dgm:t>
        <a:bodyPr/>
        <a:lstStyle/>
        <a:p>
          <a:endParaRPr lang="fr-FR" sz="1200"/>
        </a:p>
      </dgm:t>
    </dgm:pt>
    <dgm:pt modelId="{A83E5570-EC80-402C-8A23-BF819414AC67}" type="sibTrans" cxnId="{5F80D7EB-66B4-4997-BBB6-986B1C5048C0}">
      <dgm:prSet custT="1"/>
      <dgm:spPr/>
      <dgm:t>
        <a:bodyPr/>
        <a:lstStyle/>
        <a:p>
          <a:endParaRPr lang="fr-FR" sz="1200"/>
        </a:p>
      </dgm:t>
    </dgm:pt>
    <dgm:pt modelId="{44981C4E-4DA1-4D9D-8649-2A3AEA5C2D8A}">
      <dgm:prSet phldrT="[Texte]" custT="1"/>
      <dgm:spPr/>
      <dgm:t>
        <a:bodyPr/>
        <a:lstStyle/>
        <a:p>
          <a:r>
            <a:rPr lang="fr-FR" sz="1200" dirty="0"/>
            <a:t>Age</a:t>
          </a:r>
        </a:p>
      </dgm:t>
    </dgm:pt>
    <dgm:pt modelId="{09FC275C-35A5-4C8F-9C26-9A2089B3E4C8}" type="parTrans" cxnId="{37D3264C-62C7-4E8A-98B9-167D4AC5D662}">
      <dgm:prSet/>
      <dgm:spPr/>
      <dgm:t>
        <a:bodyPr/>
        <a:lstStyle/>
        <a:p>
          <a:endParaRPr lang="fr-FR" sz="1200"/>
        </a:p>
      </dgm:t>
    </dgm:pt>
    <dgm:pt modelId="{FF54BCA0-5ACE-4FD8-A39B-EA5392B7CF43}" type="sibTrans" cxnId="{37D3264C-62C7-4E8A-98B9-167D4AC5D662}">
      <dgm:prSet custT="1"/>
      <dgm:spPr/>
      <dgm:t>
        <a:bodyPr/>
        <a:lstStyle/>
        <a:p>
          <a:endParaRPr lang="fr-FR" sz="1200"/>
        </a:p>
      </dgm:t>
    </dgm:pt>
    <dgm:pt modelId="{F5552DA6-1500-4D6F-92BF-383516519103}">
      <dgm:prSet phldrT="[Texte]" custT="1"/>
      <dgm:spPr/>
      <dgm:t>
        <a:bodyPr/>
        <a:lstStyle/>
        <a:p>
          <a:r>
            <a:rPr lang="fr-FR" sz="1200" dirty="0"/>
            <a:t>JND</a:t>
          </a:r>
        </a:p>
      </dgm:t>
    </dgm:pt>
    <dgm:pt modelId="{36DE3400-FC88-41A9-A562-2D34EED43C62}" type="parTrans" cxnId="{1729D305-4AC0-4A48-8F62-F43B2477E5EB}">
      <dgm:prSet/>
      <dgm:spPr/>
      <dgm:t>
        <a:bodyPr/>
        <a:lstStyle/>
        <a:p>
          <a:endParaRPr lang="fr-FR" sz="1200"/>
        </a:p>
      </dgm:t>
    </dgm:pt>
    <dgm:pt modelId="{17245C9E-986C-4612-B703-C50656C4619E}" type="sibTrans" cxnId="{1729D305-4AC0-4A48-8F62-F43B2477E5EB}">
      <dgm:prSet/>
      <dgm:spPr/>
      <dgm:t>
        <a:bodyPr/>
        <a:lstStyle/>
        <a:p>
          <a:endParaRPr lang="fr-FR" sz="1200"/>
        </a:p>
      </dgm:t>
    </dgm:pt>
    <dgm:pt modelId="{F158900D-DC2D-4E44-91C3-15C3AD1955C9}" type="pres">
      <dgm:prSet presAssocID="{E3C7BC51-E827-446A-A89A-A38BAEED6865}" presName="linearFlow" presStyleCnt="0">
        <dgm:presLayoutVars>
          <dgm:resizeHandles val="exact"/>
        </dgm:presLayoutVars>
      </dgm:prSet>
      <dgm:spPr/>
    </dgm:pt>
    <dgm:pt modelId="{AE625D5A-2688-4087-8EF8-B3F1EA39569A}" type="pres">
      <dgm:prSet presAssocID="{15F58521-8D0F-45C8-A666-A473A2D1CDA9}" presName="node" presStyleLbl="node1" presStyleIdx="0" presStyleCnt="3">
        <dgm:presLayoutVars>
          <dgm:bulletEnabled val="1"/>
        </dgm:presLayoutVars>
      </dgm:prSet>
      <dgm:spPr/>
    </dgm:pt>
    <dgm:pt modelId="{8373EAF5-73DF-492B-8DD7-ED9389608268}" type="pres">
      <dgm:prSet presAssocID="{A83E5570-EC80-402C-8A23-BF819414AC67}" presName="sibTrans" presStyleLbl="sibTrans2D1" presStyleIdx="0" presStyleCnt="2"/>
      <dgm:spPr/>
    </dgm:pt>
    <dgm:pt modelId="{6C337C45-D9D3-493E-B093-3E43422C695C}" type="pres">
      <dgm:prSet presAssocID="{A83E5570-EC80-402C-8A23-BF819414AC67}" presName="connectorText" presStyleLbl="sibTrans2D1" presStyleIdx="0" presStyleCnt="2"/>
      <dgm:spPr/>
    </dgm:pt>
    <dgm:pt modelId="{3BF4ADEA-E1F2-4C4F-8D46-6314638C89E6}" type="pres">
      <dgm:prSet presAssocID="{44981C4E-4DA1-4D9D-8649-2A3AEA5C2D8A}" presName="node" presStyleLbl="node1" presStyleIdx="1" presStyleCnt="3">
        <dgm:presLayoutVars>
          <dgm:bulletEnabled val="1"/>
        </dgm:presLayoutVars>
      </dgm:prSet>
      <dgm:spPr/>
    </dgm:pt>
    <dgm:pt modelId="{877A0821-B65A-4010-8608-8FE8E9F61D82}" type="pres">
      <dgm:prSet presAssocID="{FF54BCA0-5ACE-4FD8-A39B-EA5392B7CF43}" presName="sibTrans" presStyleLbl="sibTrans2D1" presStyleIdx="1" presStyleCnt="2"/>
      <dgm:spPr/>
    </dgm:pt>
    <dgm:pt modelId="{94BA7EB9-A0F2-4D14-B280-B8B4C02201E8}" type="pres">
      <dgm:prSet presAssocID="{FF54BCA0-5ACE-4FD8-A39B-EA5392B7CF43}" presName="connectorText" presStyleLbl="sibTrans2D1" presStyleIdx="1" presStyleCnt="2"/>
      <dgm:spPr/>
    </dgm:pt>
    <dgm:pt modelId="{C16024BA-75F0-4022-9B65-91C70893D49D}" type="pres">
      <dgm:prSet presAssocID="{F5552DA6-1500-4D6F-92BF-383516519103}" presName="node" presStyleLbl="node1" presStyleIdx="2" presStyleCnt="3">
        <dgm:presLayoutVars>
          <dgm:bulletEnabled val="1"/>
        </dgm:presLayoutVars>
      </dgm:prSet>
      <dgm:spPr/>
    </dgm:pt>
  </dgm:ptLst>
  <dgm:cxnLst>
    <dgm:cxn modelId="{1729D305-4AC0-4A48-8F62-F43B2477E5EB}" srcId="{E3C7BC51-E827-446A-A89A-A38BAEED6865}" destId="{F5552DA6-1500-4D6F-92BF-383516519103}" srcOrd="2" destOrd="0" parTransId="{36DE3400-FC88-41A9-A562-2D34EED43C62}" sibTransId="{17245C9E-986C-4612-B703-C50656C4619E}"/>
    <dgm:cxn modelId="{CAC7520A-F6B8-4011-ABF1-F7FB522C57A0}" type="presOf" srcId="{A83E5570-EC80-402C-8A23-BF819414AC67}" destId="{6C337C45-D9D3-493E-B093-3E43422C695C}" srcOrd="1" destOrd="0" presId="urn:microsoft.com/office/officeart/2005/8/layout/process2"/>
    <dgm:cxn modelId="{59CC1C0E-4604-4E31-8155-0CB3BC66EC5A}" type="presOf" srcId="{FF54BCA0-5ACE-4FD8-A39B-EA5392B7CF43}" destId="{94BA7EB9-A0F2-4D14-B280-B8B4C02201E8}" srcOrd="1" destOrd="0" presId="urn:microsoft.com/office/officeart/2005/8/layout/process2"/>
    <dgm:cxn modelId="{DC56E715-C8E4-45D6-8017-F0B00B1A5BDD}" type="presOf" srcId="{F5552DA6-1500-4D6F-92BF-383516519103}" destId="{C16024BA-75F0-4022-9B65-91C70893D49D}" srcOrd="0" destOrd="0" presId="urn:microsoft.com/office/officeart/2005/8/layout/process2"/>
    <dgm:cxn modelId="{3F71BC2C-7CFF-4C54-8B47-F069F053ED99}" type="presOf" srcId="{FF54BCA0-5ACE-4FD8-A39B-EA5392B7CF43}" destId="{877A0821-B65A-4010-8608-8FE8E9F61D82}" srcOrd="0" destOrd="0" presId="urn:microsoft.com/office/officeart/2005/8/layout/process2"/>
    <dgm:cxn modelId="{37D3264C-62C7-4E8A-98B9-167D4AC5D662}" srcId="{E3C7BC51-E827-446A-A89A-A38BAEED6865}" destId="{44981C4E-4DA1-4D9D-8649-2A3AEA5C2D8A}" srcOrd="1" destOrd="0" parTransId="{09FC275C-35A5-4C8F-9C26-9A2089B3E4C8}" sibTransId="{FF54BCA0-5ACE-4FD8-A39B-EA5392B7CF43}"/>
    <dgm:cxn modelId="{909E434E-6073-4732-A9C6-4F8E222DD69D}" type="presOf" srcId="{44981C4E-4DA1-4D9D-8649-2A3AEA5C2D8A}" destId="{3BF4ADEA-E1F2-4C4F-8D46-6314638C89E6}" srcOrd="0" destOrd="0" presId="urn:microsoft.com/office/officeart/2005/8/layout/process2"/>
    <dgm:cxn modelId="{435F45D9-D528-4CAA-9E39-5F9EA45893EB}" type="presOf" srcId="{E3C7BC51-E827-446A-A89A-A38BAEED6865}" destId="{F158900D-DC2D-4E44-91C3-15C3AD1955C9}" srcOrd="0" destOrd="0" presId="urn:microsoft.com/office/officeart/2005/8/layout/process2"/>
    <dgm:cxn modelId="{B64616E0-B566-4B4F-9CA2-C5BAF42BB07E}" type="presOf" srcId="{A83E5570-EC80-402C-8A23-BF819414AC67}" destId="{8373EAF5-73DF-492B-8DD7-ED9389608268}" srcOrd="0" destOrd="0" presId="urn:microsoft.com/office/officeart/2005/8/layout/process2"/>
    <dgm:cxn modelId="{5F80D7EB-66B4-4997-BBB6-986B1C5048C0}" srcId="{E3C7BC51-E827-446A-A89A-A38BAEED6865}" destId="{15F58521-8D0F-45C8-A666-A473A2D1CDA9}" srcOrd="0" destOrd="0" parTransId="{1236037D-B055-4878-BFBB-73C665F8064C}" sibTransId="{A83E5570-EC80-402C-8A23-BF819414AC67}"/>
    <dgm:cxn modelId="{5144C7FD-BEC1-4149-A717-3AEC9DA1CEA9}" type="presOf" srcId="{15F58521-8D0F-45C8-A666-A473A2D1CDA9}" destId="{AE625D5A-2688-4087-8EF8-B3F1EA39569A}" srcOrd="0" destOrd="0" presId="urn:microsoft.com/office/officeart/2005/8/layout/process2"/>
    <dgm:cxn modelId="{4A9B23CE-90C6-4EAE-BDA9-E6C72144FB63}" type="presParOf" srcId="{F158900D-DC2D-4E44-91C3-15C3AD1955C9}" destId="{AE625D5A-2688-4087-8EF8-B3F1EA39569A}" srcOrd="0" destOrd="0" presId="urn:microsoft.com/office/officeart/2005/8/layout/process2"/>
    <dgm:cxn modelId="{D1CAB369-16E7-4A9A-9013-072E3971A8E9}" type="presParOf" srcId="{F158900D-DC2D-4E44-91C3-15C3AD1955C9}" destId="{8373EAF5-73DF-492B-8DD7-ED9389608268}" srcOrd="1" destOrd="0" presId="urn:microsoft.com/office/officeart/2005/8/layout/process2"/>
    <dgm:cxn modelId="{98D793CA-9CAE-44C7-8D5C-BE23E2E0D068}" type="presParOf" srcId="{8373EAF5-73DF-492B-8DD7-ED9389608268}" destId="{6C337C45-D9D3-493E-B093-3E43422C695C}" srcOrd="0" destOrd="0" presId="urn:microsoft.com/office/officeart/2005/8/layout/process2"/>
    <dgm:cxn modelId="{EEE62E7F-F1C7-4C45-AC40-444A52D67F68}" type="presParOf" srcId="{F158900D-DC2D-4E44-91C3-15C3AD1955C9}" destId="{3BF4ADEA-E1F2-4C4F-8D46-6314638C89E6}" srcOrd="2" destOrd="0" presId="urn:microsoft.com/office/officeart/2005/8/layout/process2"/>
    <dgm:cxn modelId="{2F9841B0-0BDE-4632-8426-F6710C93DCAF}" type="presParOf" srcId="{F158900D-DC2D-4E44-91C3-15C3AD1955C9}" destId="{877A0821-B65A-4010-8608-8FE8E9F61D82}" srcOrd="3" destOrd="0" presId="urn:microsoft.com/office/officeart/2005/8/layout/process2"/>
    <dgm:cxn modelId="{10AAFA98-1696-4629-B3A3-2FB6B57E4E1D}" type="presParOf" srcId="{877A0821-B65A-4010-8608-8FE8E9F61D82}" destId="{94BA7EB9-A0F2-4D14-B280-B8B4C02201E8}" srcOrd="0" destOrd="0" presId="urn:microsoft.com/office/officeart/2005/8/layout/process2"/>
    <dgm:cxn modelId="{BB8E3E1B-771C-45F7-9606-324EB688AFFA}" type="presParOf" srcId="{F158900D-DC2D-4E44-91C3-15C3AD1955C9}" destId="{C16024BA-75F0-4022-9B65-91C70893D49D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E3C7BC51-E827-446A-A89A-A38BAEED6865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</dgm:pt>
    <dgm:pt modelId="{15F58521-8D0F-45C8-A666-A473A2D1CDA9}">
      <dgm:prSet phldrT="[Texte]" custT="1"/>
      <dgm:spPr/>
      <dgm:t>
        <a:bodyPr/>
        <a:lstStyle/>
        <a:p>
          <a:r>
            <a:rPr lang="fr-FR" sz="1200" dirty="0"/>
            <a:t>Cluster</a:t>
          </a:r>
        </a:p>
      </dgm:t>
    </dgm:pt>
    <dgm:pt modelId="{1236037D-B055-4878-BFBB-73C665F8064C}" type="parTrans" cxnId="{5F80D7EB-66B4-4997-BBB6-986B1C5048C0}">
      <dgm:prSet/>
      <dgm:spPr/>
      <dgm:t>
        <a:bodyPr/>
        <a:lstStyle/>
        <a:p>
          <a:endParaRPr lang="fr-FR" sz="1200"/>
        </a:p>
      </dgm:t>
    </dgm:pt>
    <dgm:pt modelId="{A83E5570-EC80-402C-8A23-BF819414AC67}" type="sibTrans" cxnId="{5F80D7EB-66B4-4997-BBB6-986B1C5048C0}">
      <dgm:prSet custT="1"/>
      <dgm:spPr/>
      <dgm:t>
        <a:bodyPr/>
        <a:lstStyle/>
        <a:p>
          <a:endParaRPr lang="fr-FR" sz="1200"/>
        </a:p>
      </dgm:t>
    </dgm:pt>
    <dgm:pt modelId="{44981C4E-4DA1-4D9D-8649-2A3AEA5C2D8A}">
      <dgm:prSet phldrT="[Texte]" custT="1"/>
      <dgm:spPr/>
      <dgm:t>
        <a:bodyPr/>
        <a:lstStyle/>
        <a:p>
          <a:r>
            <a:rPr lang="fr-FR" sz="1200" dirty="0"/>
            <a:t>Age</a:t>
          </a:r>
        </a:p>
      </dgm:t>
    </dgm:pt>
    <dgm:pt modelId="{09FC275C-35A5-4C8F-9C26-9A2089B3E4C8}" type="parTrans" cxnId="{37D3264C-62C7-4E8A-98B9-167D4AC5D662}">
      <dgm:prSet/>
      <dgm:spPr/>
      <dgm:t>
        <a:bodyPr/>
        <a:lstStyle/>
        <a:p>
          <a:endParaRPr lang="fr-FR" sz="1200"/>
        </a:p>
      </dgm:t>
    </dgm:pt>
    <dgm:pt modelId="{FF54BCA0-5ACE-4FD8-A39B-EA5392B7CF43}" type="sibTrans" cxnId="{37D3264C-62C7-4E8A-98B9-167D4AC5D662}">
      <dgm:prSet custT="1"/>
      <dgm:spPr/>
      <dgm:t>
        <a:bodyPr/>
        <a:lstStyle/>
        <a:p>
          <a:endParaRPr lang="fr-FR" sz="1200"/>
        </a:p>
      </dgm:t>
    </dgm:pt>
    <dgm:pt modelId="{F5552DA6-1500-4D6F-92BF-383516519103}">
      <dgm:prSet phldrT="[Texte]" custT="1"/>
      <dgm:spPr/>
      <dgm:t>
        <a:bodyPr/>
        <a:lstStyle/>
        <a:p>
          <a:r>
            <a:rPr lang="fr-FR" sz="1200" dirty="0"/>
            <a:t>JND</a:t>
          </a:r>
        </a:p>
      </dgm:t>
    </dgm:pt>
    <dgm:pt modelId="{36DE3400-FC88-41A9-A562-2D34EED43C62}" type="parTrans" cxnId="{1729D305-4AC0-4A48-8F62-F43B2477E5EB}">
      <dgm:prSet/>
      <dgm:spPr/>
      <dgm:t>
        <a:bodyPr/>
        <a:lstStyle/>
        <a:p>
          <a:endParaRPr lang="fr-FR" sz="1200"/>
        </a:p>
      </dgm:t>
    </dgm:pt>
    <dgm:pt modelId="{17245C9E-986C-4612-B703-C50656C4619E}" type="sibTrans" cxnId="{1729D305-4AC0-4A48-8F62-F43B2477E5EB}">
      <dgm:prSet/>
      <dgm:spPr/>
      <dgm:t>
        <a:bodyPr/>
        <a:lstStyle/>
        <a:p>
          <a:endParaRPr lang="fr-FR" sz="1200"/>
        </a:p>
      </dgm:t>
    </dgm:pt>
    <dgm:pt modelId="{F158900D-DC2D-4E44-91C3-15C3AD1955C9}" type="pres">
      <dgm:prSet presAssocID="{E3C7BC51-E827-446A-A89A-A38BAEED6865}" presName="linearFlow" presStyleCnt="0">
        <dgm:presLayoutVars>
          <dgm:resizeHandles val="exact"/>
        </dgm:presLayoutVars>
      </dgm:prSet>
      <dgm:spPr/>
    </dgm:pt>
    <dgm:pt modelId="{AE625D5A-2688-4087-8EF8-B3F1EA39569A}" type="pres">
      <dgm:prSet presAssocID="{15F58521-8D0F-45C8-A666-A473A2D1CDA9}" presName="node" presStyleLbl="node1" presStyleIdx="0" presStyleCnt="3">
        <dgm:presLayoutVars>
          <dgm:bulletEnabled val="1"/>
        </dgm:presLayoutVars>
      </dgm:prSet>
      <dgm:spPr/>
    </dgm:pt>
    <dgm:pt modelId="{8373EAF5-73DF-492B-8DD7-ED9389608268}" type="pres">
      <dgm:prSet presAssocID="{A83E5570-EC80-402C-8A23-BF819414AC67}" presName="sibTrans" presStyleLbl="sibTrans2D1" presStyleIdx="0" presStyleCnt="2"/>
      <dgm:spPr/>
    </dgm:pt>
    <dgm:pt modelId="{6C337C45-D9D3-493E-B093-3E43422C695C}" type="pres">
      <dgm:prSet presAssocID="{A83E5570-EC80-402C-8A23-BF819414AC67}" presName="connectorText" presStyleLbl="sibTrans2D1" presStyleIdx="0" presStyleCnt="2"/>
      <dgm:spPr/>
    </dgm:pt>
    <dgm:pt modelId="{3BF4ADEA-E1F2-4C4F-8D46-6314638C89E6}" type="pres">
      <dgm:prSet presAssocID="{44981C4E-4DA1-4D9D-8649-2A3AEA5C2D8A}" presName="node" presStyleLbl="node1" presStyleIdx="1" presStyleCnt="3">
        <dgm:presLayoutVars>
          <dgm:bulletEnabled val="1"/>
        </dgm:presLayoutVars>
      </dgm:prSet>
      <dgm:spPr/>
    </dgm:pt>
    <dgm:pt modelId="{877A0821-B65A-4010-8608-8FE8E9F61D82}" type="pres">
      <dgm:prSet presAssocID="{FF54BCA0-5ACE-4FD8-A39B-EA5392B7CF43}" presName="sibTrans" presStyleLbl="sibTrans2D1" presStyleIdx="1" presStyleCnt="2"/>
      <dgm:spPr/>
    </dgm:pt>
    <dgm:pt modelId="{94BA7EB9-A0F2-4D14-B280-B8B4C02201E8}" type="pres">
      <dgm:prSet presAssocID="{FF54BCA0-5ACE-4FD8-A39B-EA5392B7CF43}" presName="connectorText" presStyleLbl="sibTrans2D1" presStyleIdx="1" presStyleCnt="2"/>
      <dgm:spPr/>
    </dgm:pt>
    <dgm:pt modelId="{C16024BA-75F0-4022-9B65-91C70893D49D}" type="pres">
      <dgm:prSet presAssocID="{F5552DA6-1500-4D6F-92BF-383516519103}" presName="node" presStyleLbl="node1" presStyleIdx="2" presStyleCnt="3">
        <dgm:presLayoutVars>
          <dgm:bulletEnabled val="1"/>
        </dgm:presLayoutVars>
      </dgm:prSet>
      <dgm:spPr/>
    </dgm:pt>
  </dgm:ptLst>
  <dgm:cxnLst>
    <dgm:cxn modelId="{1729D305-4AC0-4A48-8F62-F43B2477E5EB}" srcId="{E3C7BC51-E827-446A-A89A-A38BAEED6865}" destId="{F5552DA6-1500-4D6F-92BF-383516519103}" srcOrd="2" destOrd="0" parTransId="{36DE3400-FC88-41A9-A562-2D34EED43C62}" sibTransId="{17245C9E-986C-4612-B703-C50656C4619E}"/>
    <dgm:cxn modelId="{CAC7520A-F6B8-4011-ABF1-F7FB522C57A0}" type="presOf" srcId="{A83E5570-EC80-402C-8A23-BF819414AC67}" destId="{6C337C45-D9D3-493E-B093-3E43422C695C}" srcOrd="1" destOrd="0" presId="urn:microsoft.com/office/officeart/2005/8/layout/process2"/>
    <dgm:cxn modelId="{59CC1C0E-4604-4E31-8155-0CB3BC66EC5A}" type="presOf" srcId="{FF54BCA0-5ACE-4FD8-A39B-EA5392B7CF43}" destId="{94BA7EB9-A0F2-4D14-B280-B8B4C02201E8}" srcOrd="1" destOrd="0" presId="urn:microsoft.com/office/officeart/2005/8/layout/process2"/>
    <dgm:cxn modelId="{DC56E715-C8E4-45D6-8017-F0B00B1A5BDD}" type="presOf" srcId="{F5552DA6-1500-4D6F-92BF-383516519103}" destId="{C16024BA-75F0-4022-9B65-91C70893D49D}" srcOrd="0" destOrd="0" presId="urn:microsoft.com/office/officeart/2005/8/layout/process2"/>
    <dgm:cxn modelId="{3F71BC2C-7CFF-4C54-8B47-F069F053ED99}" type="presOf" srcId="{FF54BCA0-5ACE-4FD8-A39B-EA5392B7CF43}" destId="{877A0821-B65A-4010-8608-8FE8E9F61D82}" srcOrd="0" destOrd="0" presId="urn:microsoft.com/office/officeart/2005/8/layout/process2"/>
    <dgm:cxn modelId="{37D3264C-62C7-4E8A-98B9-167D4AC5D662}" srcId="{E3C7BC51-E827-446A-A89A-A38BAEED6865}" destId="{44981C4E-4DA1-4D9D-8649-2A3AEA5C2D8A}" srcOrd="1" destOrd="0" parTransId="{09FC275C-35A5-4C8F-9C26-9A2089B3E4C8}" sibTransId="{FF54BCA0-5ACE-4FD8-A39B-EA5392B7CF43}"/>
    <dgm:cxn modelId="{909E434E-6073-4732-A9C6-4F8E222DD69D}" type="presOf" srcId="{44981C4E-4DA1-4D9D-8649-2A3AEA5C2D8A}" destId="{3BF4ADEA-E1F2-4C4F-8D46-6314638C89E6}" srcOrd="0" destOrd="0" presId="urn:microsoft.com/office/officeart/2005/8/layout/process2"/>
    <dgm:cxn modelId="{435F45D9-D528-4CAA-9E39-5F9EA45893EB}" type="presOf" srcId="{E3C7BC51-E827-446A-A89A-A38BAEED6865}" destId="{F158900D-DC2D-4E44-91C3-15C3AD1955C9}" srcOrd="0" destOrd="0" presId="urn:microsoft.com/office/officeart/2005/8/layout/process2"/>
    <dgm:cxn modelId="{B64616E0-B566-4B4F-9CA2-C5BAF42BB07E}" type="presOf" srcId="{A83E5570-EC80-402C-8A23-BF819414AC67}" destId="{8373EAF5-73DF-492B-8DD7-ED9389608268}" srcOrd="0" destOrd="0" presId="urn:microsoft.com/office/officeart/2005/8/layout/process2"/>
    <dgm:cxn modelId="{5F80D7EB-66B4-4997-BBB6-986B1C5048C0}" srcId="{E3C7BC51-E827-446A-A89A-A38BAEED6865}" destId="{15F58521-8D0F-45C8-A666-A473A2D1CDA9}" srcOrd="0" destOrd="0" parTransId="{1236037D-B055-4878-BFBB-73C665F8064C}" sibTransId="{A83E5570-EC80-402C-8A23-BF819414AC67}"/>
    <dgm:cxn modelId="{5144C7FD-BEC1-4149-A717-3AEC9DA1CEA9}" type="presOf" srcId="{15F58521-8D0F-45C8-A666-A473A2D1CDA9}" destId="{AE625D5A-2688-4087-8EF8-B3F1EA39569A}" srcOrd="0" destOrd="0" presId="urn:microsoft.com/office/officeart/2005/8/layout/process2"/>
    <dgm:cxn modelId="{4A9B23CE-90C6-4EAE-BDA9-E6C72144FB63}" type="presParOf" srcId="{F158900D-DC2D-4E44-91C3-15C3AD1955C9}" destId="{AE625D5A-2688-4087-8EF8-B3F1EA39569A}" srcOrd="0" destOrd="0" presId="urn:microsoft.com/office/officeart/2005/8/layout/process2"/>
    <dgm:cxn modelId="{D1CAB369-16E7-4A9A-9013-072E3971A8E9}" type="presParOf" srcId="{F158900D-DC2D-4E44-91C3-15C3AD1955C9}" destId="{8373EAF5-73DF-492B-8DD7-ED9389608268}" srcOrd="1" destOrd="0" presId="urn:microsoft.com/office/officeart/2005/8/layout/process2"/>
    <dgm:cxn modelId="{98D793CA-9CAE-44C7-8D5C-BE23E2E0D068}" type="presParOf" srcId="{8373EAF5-73DF-492B-8DD7-ED9389608268}" destId="{6C337C45-D9D3-493E-B093-3E43422C695C}" srcOrd="0" destOrd="0" presId="urn:microsoft.com/office/officeart/2005/8/layout/process2"/>
    <dgm:cxn modelId="{EEE62E7F-F1C7-4C45-AC40-444A52D67F68}" type="presParOf" srcId="{F158900D-DC2D-4E44-91C3-15C3AD1955C9}" destId="{3BF4ADEA-E1F2-4C4F-8D46-6314638C89E6}" srcOrd="2" destOrd="0" presId="urn:microsoft.com/office/officeart/2005/8/layout/process2"/>
    <dgm:cxn modelId="{2F9841B0-0BDE-4632-8426-F6710C93DCAF}" type="presParOf" srcId="{F158900D-DC2D-4E44-91C3-15C3AD1955C9}" destId="{877A0821-B65A-4010-8608-8FE8E9F61D82}" srcOrd="3" destOrd="0" presId="urn:microsoft.com/office/officeart/2005/8/layout/process2"/>
    <dgm:cxn modelId="{10AAFA98-1696-4629-B3A3-2FB6B57E4E1D}" type="presParOf" srcId="{877A0821-B65A-4010-8608-8FE8E9F61D82}" destId="{94BA7EB9-A0F2-4D14-B280-B8B4C02201E8}" srcOrd="0" destOrd="0" presId="urn:microsoft.com/office/officeart/2005/8/layout/process2"/>
    <dgm:cxn modelId="{BB8E3E1B-771C-45F7-9606-324EB688AFFA}" type="presParOf" srcId="{F158900D-DC2D-4E44-91C3-15C3AD1955C9}" destId="{C16024BA-75F0-4022-9B65-91C70893D49D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E3C7BC51-E827-446A-A89A-A38BAEED6865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</dgm:pt>
    <dgm:pt modelId="{15F58521-8D0F-45C8-A666-A473A2D1CDA9}">
      <dgm:prSet phldrT="[Texte]" custT="1"/>
      <dgm:spPr/>
      <dgm:t>
        <a:bodyPr/>
        <a:lstStyle/>
        <a:p>
          <a:r>
            <a:rPr lang="fr-FR" sz="1200" dirty="0"/>
            <a:t>Cluster</a:t>
          </a:r>
        </a:p>
      </dgm:t>
    </dgm:pt>
    <dgm:pt modelId="{1236037D-B055-4878-BFBB-73C665F8064C}" type="parTrans" cxnId="{5F80D7EB-66B4-4997-BBB6-986B1C5048C0}">
      <dgm:prSet/>
      <dgm:spPr/>
      <dgm:t>
        <a:bodyPr/>
        <a:lstStyle/>
        <a:p>
          <a:endParaRPr lang="fr-FR" sz="1200"/>
        </a:p>
      </dgm:t>
    </dgm:pt>
    <dgm:pt modelId="{A83E5570-EC80-402C-8A23-BF819414AC67}" type="sibTrans" cxnId="{5F80D7EB-66B4-4997-BBB6-986B1C5048C0}">
      <dgm:prSet custT="1"/>
      <dgm:spPr/>
      <dgm:t>
        <a:bodyPr/>
        <a:lstStyle/>
        <a:p>
          <a:endParaRPr lang="fr-FR" sz="1200"/>
        </a:p>
      </dgm:t>
    </dgm:pt>
    <dgm:pt modelId="{44981C4E-4DA1-4D9D-8649-2A3AEA5C2D8A}">
      <dgm:prSet phldrT="[Texte]" custT="1"/>
      <dgm:spPr/>
      <dgm:t>
        <a:bodyPr/>
        <a:lstStyle/>
        <a:p>
          <a:r>
            <a:rPr lang="fr-FR" sz="1200" dirty="0"/>
            <a:t>Age</a:t>
          </a:r>
        </a:p>
      </dgm:t>
    </dgm:pt>
    <dgm:pt modelId="{09FC275C-35A5-4C8F-9C26-9A2089B3E4C8}" type="parTrans" cxnId="{37D3264C-62C7-4E8A-98B9-167D4AC5D662}">
      <dgm:prSet/>
      <dgm:spPr/>
      <dgm:t>
        <a:bodyPr/>
        <a:lstStyle/>
        <a:p>
          <a:endParaRPr lang="fr-FR" sz="1200"/>
        </a:p>
      </dgm:t>
    </dgm:pt>
    <dgm:pt modelId="{FF54BCA0-5ACE-4FD8-A39B-EA5392B7CF43}" type="sibTrans" cxnId="{37D3264C-62C7-4E8A-98B9-167D4AC5D662}">
      <dgm:prSet custT="1"/>
      <dgm:spPr/>
      <dgm:t>
        <a:bodyPr/>
        <a:lstStyle/>
        <a:p>
          <a:endParaRPr lang="fr-FR" sz="1200"/>
        </a:p>
      </dgm:t>
    </dgm:pt>
    <dgm:pt modelId="{F5552DA6-1500-4D6F-92BF-383516519103}">
      <dgm:prSet phldrT="[Texte]" custT="1"/>
      <dgm:spPr/>
      <dgm:t>
        <a:bodyPr/>
        <a:lstStyle/>
        <a:p>
          <a:r>
            <a:rPr lang="fr-FR" sz="1200" dirty="0"/>
            <a:t>JND</a:t>
          </a:r>
        </a:p>
      </dgm:t>
    </dgm:pt>
    <dgm:pt modelId="{36DE3400-FC88-41A9-A562-2D34EED43C62}" type="parTrans" cxnId="{1729D305-4AC0-4A48-8F62-F43B2477E5EB}">
      <dgm:prSet/>
      <dgm:spPr/>
      <dgm:t>
        <a:bodyPr/>
        <a:lstStyle/>
        <a:p>
          <a:endParaRPr lang="fr-FR" sz="1200"/>
        </a:p>
      </dgm:t>
    </dgm:pt>
    <dgm:pt modelId="{17245C9E-986C-4612-B703-C50656C4619E}" type="sibTrans" cxnId="{1729D305-4AC0-4A48-8F62-F43B2477E5EB}">
      <dgm:prSet/>
      <dgm:spPr/>
      <dgm:t>
        <a:bodyPr/>
        <a:lstStyle/>
        <a:p>
          <a:endParaRPr lang="fr-FR" sz="1200"/>
        </a:p>
      </dgm:t>
    </dgm:pt>
    <dgm:pt modelId="{F158900D-DC2D-4E44-91C3-15C3AD1955C9}" type="pres">
      <dgm:prSet presAssocID="{E3C7BC51-E827-446A-A89A-A38BAEED6865}" presName="linearFlow" presStyleCnt="0">
        <dgm:presLayoutVars>
          <dgm:resizeHandles val="exact"/>
        </dgm:presLayoutVars>
      </dgm:prSet>
      <dgm:spPr/>
    </dgm:pt>
    <dgm:pt modelId="{AE625D5A-2688-4087-8EF8-B3F1EA39569A}" type="pres">
      <dgm:prSet presAssocID="{15F58521-8D0F-45C8-A666-A473A2D1CDA9}" presName="node" presStyleLbl="node1" presStyleIdx="0" presStyleCnt="3">
        <dgm:presLayoutVars>
          <dgm:bulletEnabled val="1"/>
        </dgm:presLayoutVars>
      </dgm:prSet>
      <dgm:spPr/>
    </dgm:pt>
    <dgm:pt modelId="{8373EAF5-73DF-492B-8DD7-ED9389608268}" type="pres">
      <dgm:prSet presAssocID="{A83E5570-EC80-402C-8A23-BF819414AC67}" presName="sibTrans" presStyleLbl="sibTrans2D1" presStyleIdx="0" presStyleCnt="2"/>
      <dgm:spPr/>
    </dgm:pt>
    <dgm:pt modelId="{6C337C45-D9D3-493E-B093-3E43422C695C}" type="pres">
      <dgm:prSet presAssocID="{A83E5570-EC80-402C-8A23-BF819414AC67}" presName="connectorText" presStyleLbl="sibTrans2D1" presStyleIdx="0" presStyleCnt="2"/>
      <dgm:spPr/>
    </dgm:pt>
    <dgm:pt modelId="{3BF4ADEA-E1F2-4C4F-8D46-6314638C89E6}" type="pres">
      <dgm:prSet presAssocID="{44981C4E-4DA1-4D9D-8649-2A3AEA5C2D8A}" presName="node" presStyleLbl="node1" presStyleIdx="1" presStyleCnt="3">
        <dgm:presLayoutVars>
          <dgm:bulletEnabled val="1"/>
        </dgm:presLayoutVars>
      </dgm:prSet>
      <dgm:spPr/>
    </dgm:pt>
    <dgm:pt modelId="{877A0821-B65A-4010-8608-8FE8E9F61D82}" type="pres">
      <dgm:prSet presAssocID="{FF54BCA0-5ACE-4FD8-A39B-EA5392B7CF43}" presName="sibTrans" presStyleLbl="sibTrans2D1" presStyleIdx="1" presStyleCnt="2"/>
      <dgm:spPr/>
    </dgm:pt>
    <dgm:pt modelId="{94BA7EB9-A0F2-4D14-B280-B8B4C02201E8}" type="pres">
      <dgm:prSet presAssocID="{FF54BCA0-5ACE-4FD8-A39B-EA5392B7CF43}" presName="connectorText" presStyleLbl="sibTrans2D1" presStyleIdx="1" presStyleCnt="2"/>
      <dgm:spPr/>
    </dgm:pt>
    <dgm:pt modelId="{C16024BA-75F0-4022-9B65-91C70893D49D}" type="pres">
      <dgm:prSet presAssocID="{F5552DA6-1500-4D6F-92BF-383516519103}" presName="node" presStyleLbl="node1" presStyleIdx="2" presStyleCnt="3">
        <dgm:presLayoutVars>
          <dgm:bulletEnabled val="1"/>
        </dgm:presLayoutVars>
      </dgm:prSet>
      <dgm:spPr/>
    </dgm:pt>
  </dgm:ptLst>
  <dgm:cxnLst>
    <dgm:cxn modelId="{1729D305-4AC0-4A48-8F62-F43B2477E5EB}" srcId="{E3C7BC51-E827-446A-A89A-A38BAEED6865}" destId="{F5552DA6-1500-4D6F-92BF-383516519103}" srcOrd="2" destOrd="0" parTransId="{36DE3400-FC88-41A9-A562-2D34EED43C62}" sibTransId="{17245C9E-986C-4612-B703-C50656C4619E}"/>
    <dgm:cxn modelId="{CAC7520A-F6B8-4011-ABF1-F7FB522C57A0}" type="presOf" srcId="{A83E5570-EC80-402C-8A23-BF819414AC67}" destId="{6C337C45-D9D3-493E-B093-3E43422C695C}" srcOrd="1" destOrd="0" presId="urn:microsoft.com/office/officeart/2005/8/layout/process2"/>
    <dgm:cxn modelId="{59CC1C0E-4604-4E31-8155-0CB3BC66EC5A}" type="presOf" srcId="{FF54BCA0-5ACE-4FD8-A39B-EA5392B7CF43}" destId="{94BA7EB9-A0F2-4D14-B280-B8B4C02201E8}" srcOrd="1" destOrd="0" presId="urn:microsoft.com/office/officeart/2005/8/layout/process2"/>
    <dgm:cxn modelId="{DC56E715-C8E4-45D6-8017-F0B00B1A5BDD}" type="presOf" srcId="{F5552DA6-1500-4D6F-92BF-383516519103}" destId="{C16024BA-75F0-4022-9B65-91C70893D49D}" srcOrd="0" destOrd="0" presId="urn:microsoft.com/office/officeart/2005/8/layout/process2"/>
    <dgm:cxn modelId="{3F71BC2C-7CFF-4C54-8B47-F069F053ED99}" type="presOf" srcId="{FF54BCA0-5ACE-4FD8-A39B-EA5392B7CF43}" destId="{877A0821-B65A-4010-8608-8FE8E9F61D82}" srcOrd="0" destOrd="0" presId="urn:microsoft.com/office/officeart/2005/8/layout/process2"/>
    <dgm:cxn modelId="{37D3264C-62C7-4E8A-98B9-167D4AC5D662}" srcId="{E3C7BC51-E827-446A-A89A-A38BAEED6865}" destId="{44981C4E-4DA1-4D9D-8649-2A3AEA5C2D8A}" srcOrd="1" destOrd="0" parTransId="{09FC275C-35A5-4C8F-9C26-9A2089B3E4C8}" sibTransId="{FF54BCA0-5ACE-4FD8-A39B-EA5392B7CF43}"/>
    <dgm:cxn modelId="{909E434E-6073-4732-A9C6-4F8E222DD69D}" type="presOf" srcId="{44981C4E-4DA1-4D9D-8649-2A3AEA5C2D8A}" destId="{3BF4ADEA-E1F2-4C4F-8D46-6314638C89E6}" srcOrd="0" destOrd="0" presId="urn:microsoft.com/office/officeart/2005/8/layout/process2"/>
    <dgm:cxn modelId="{435F45D9-D528-4CAA-9E39-5F9EA45893EB}" type="presOf" srcId="{E3C7BC51-E827-446A-A89A-A38BAEED6865}" destId="{F158900D-DC2D-4E44-91C3-15C3AD1955C9}" srcOrd="0" destOrd="0" presId="urn:microsoft.com/office/officeart/2005/8/layout/process2"/>
    <dgm:cxn modelId="{B64616E0-B566-4B4F-9CA2-C5BAF42BB07E}" type="presOf" srcId="{A83E5570-EC80-402C-8A23-BF819414AC67}" destId="{8373EAF5-73DF-492B-8DD7-ED9389608268}" srcOrd="0" destOrd="0" presId="urn:microsoft.com/office/officeart/2005/8/layout/process2"/>
    <dgm:cxn modelId="{5F80D7EB-66B4-4997-BBB6-986B1C5048C0}" srcId="{E3C7BC51-E827-446A-A89A-A38BAEED6865}" destId="{15F58521-8D0F-45C8-A666-A473A2D1CDA9}" srcOrd="0" destOrd="0" parTransId="{1236037D-B055-4878-BFBB-73C665F8064C}" sibTransId="{A83E5570-EC80-402C-8A23-BF819414AC67}"/>
    <dgm:cxn modelId="{5144C7FD-BEC1-4149-A717-3AEC9DA1CEA9}" type="presOf" srcId="{15F58521-8D0F-45C8-A666-A473A2D1CDA9}" destId="{AE625D5A-2688-4087-8EF8-B3F1EA39569A}" srcOrd="0" destOrd="0" presId="urn:microsoft.com/office/officeart/2005/8/layout/process2"/>
    <dgm:cxn modelId="{4A9B23CE-90C6-4EAE-BDA9-E6C72144FB63}" type="presParOf" srcId="{F158900D-DC2D-4E44-91C3-15C3AD1955C9}" destId="{AE625D5A-2688-4087-8EF8-B3F1EA39569A}" srcOrd="0" destOrd="0" presId="urn:microsoft.com/office/officeart/2005/8/layout/process2"/>
    <dgm:cxn modelId="{D1CAB369-16E7-4A9A-9013-072E3971A8E9}" type="presParOf" srcId="{F158900D-DC2D-4E44-91C3-15C3AD1955C9}" destId="{8373EAF5-73DF-492B-8DD7-ED9389608268}" srcOrd="1" destOrd="0" presId="urn:microsoft.com/office/officeart/2005/8/layout/process2"/>
    <dgm:cxn modelId="{98D793CA-9CAE-44C7-8D5C-BE23E2E0D068}" type="presParOf" srcId="{8373EAF5-73DF-492B-8DD7-ED9389608268}" destId="{6C337C45-D9D3-493E-B093-3E43422C695C}" srcOrd="0" destOrd="0" presId="urn:microsoft.com/office/officeart/2005/8/layout/process2"/>
    <dgm:cxn modelId="{EEE62E7F-F1C7-4C45-AC40-444A52D67F68}" type="presParOf" srcId="{F158900D-DC2D-4E44-91C3-15C3AD1955C9}" destId="{3BF4ADEA-E1F2-4C4F-8D46-6314638C89E6}" srcOrd="2" destOrd="0" presId="urn:microsoft.com/office/officeart/2005/8/layout/process2"/>
    <dgm:cxn modelId="{2F9841B0-0BDE-4632-8426-F6710C93DCAF}" type="presParOf" srcId="{F158900D-DC2D-4E44-91C3-15C3AD1955C9}" destId="{877A0821-B65A-4010-8608-8FE8E9F61D82}" srcOrd="3" destOrd="0" presId="urn:microsoft.com/office/officeart/2005/8/layout/process2"/>
    <dgm:cxn modelId="{10AAFA98-1696-4629-B3A3-2FB6B57E4E1D}" type="presParOf" srcId="{877A0821-B65A-4010-8608-8FE8E9F61D82}" destId="{94BA7EB9-A0F2-4D14-B280-B8B4C02201E8}" srcOrd="0" destOrd="0" presId="urn:microsoft.com/office/officeart/2005/8/layout/process2"/>
    <dgm:cxn modelId="{BB8E3E1B-771C-45F7-9606-324EB688AFFA}" type="presParOf" srcId="{F158900D-DC2D-4E44-91C3-15C3AD1955C9}" destId="{C16024BA-75F0-4022-9B65-91C70893D49D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E3C7BC51-E827-446A-A89A-A38BAEED6865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</dgm:pt>
    <dgm:pt modelId="{15F58521-8D0F-45C8-A666-A473A2D1CDA9}">
      <dgm:prSet phldrT="[Texte]" custT="1"/>
      <dgm:spPr/>
      <dgm:t>
        <a:bodyPr/>
        <a:lstStyle/>
        <a:p>
          <a:r>
            <a:rPr lang="fr-FR" sz="1200" dirty="0"/>
            <a:t>Cluster</a:t>
          </a:r>
        </a:p>
      </dgm:t>
    </dgm:pt>
    <dgm:pt modelId="{1236037D-B055-4878-BFBB-73C665F8064C}" type="parTrans" cxnId="{5F80D7EB-66B4-4997-BBB6-986B1C5048C0}">
      <dgm:prSet/>
      <dgm:spPr/>
      <dgm:t>
        <a:bodyPr/>
        <a:lstStyle/>
        <a:p>
          <a:endParaRPr lang="fr-FR" sz="1200"/>
        </a:p>
      </dgm:t>
    </dgm:pt>
    <dgm:pt modelId="{A83E5570-EC80-402C-8A23-BF819414AC67}" type="sibTrans" cxnId="{5F80D7EB-66B4-4997-BBB6-986B1C5048C0}">
      <dgm:prSet custT="1"/>
      <dgm:spPr/>
      <dgm:t>
        <a:bodyPr/>
        <a:lstStyle/>
        <a:p>
          <a:endParaRPr lang="fr-FR" sz="1200"/>
        </a:p>
      </dgm:t>
    </dgm:pt>
    <dgm:pt modelId="{44981C4E-4DA1-4D9D-8649-2A3AEA5C2D8A}">
      <dgm:prSet phldrT="[Texte]" custT="1"/>
      <dgm:spPr/>
      <dgm:t>
        <a:bodyPr/>
        <a:lstStyle/>
        <a:p>
          <a:r>
            <a:rPr lang="fr-FR" sz="1200" dirty="0"/>
            <a:t>Age</a:t>
          </a:r>
        </a:p>
      </dgm:t>
    </dgm:pt>
    <dgm:pt modelId="{09FC275C-35A5-4C8F-9C26-9A2089B3E4C8}" type="parTrans" cxnId="{37D3264C-62C7-4E8A-98B9-167D4AC5D662}">
      <dgm:prSet/>
      <dgm:spPr/>
      <dgm:t>
        <a:bodyPr/>
        <a:lstStyle/>
        <a:p>
          <a:endParaRPr lang="fr-FR" sz="1200"/>
        </a:p>
      </dgm:t>
    </dgm:pt>
    <dgm:pt modelId="{FF54BCA0-5ACE-4FD8-A39B-EA5392B7CF43}" type="sibTrans" cxnId="{37D3264C-62C7-4E8A-98B9-167D4AC5D662}">
      <dgm:prSet custT="1"/>
      <dgm:spPr/>
      <dgm:t>
        <a:bodyPr/>
        <a:lstStyle/>
        <a:p>
          <a:endParaRPr lang="fr-FR" sz="1200"/>
        </a:p>
      </dgm:t>
    </dgm:pt>
    <dgm:pt modelId="{F5552DA6-1500-4D6F-92BF-383516519103}">
      <dgm:prSet phldrT="[Texte]" custT="1"/>
      <dgm:spPr/>
      <dgm:t>
        <a:bodyPr/>
        <a:lstStyle/>
        <a:p>
          <a:r>
            <a:rPr lang="fr-FR" sz="1200" dirty="0"/>
            <a:t>JND</a:t>
          </a:r>
        </a:p>
      </dgm:t>
    </dgm:pt>
    <dgm:pt modelId="{36DE3400-FC88-41A9-A562-2D34EED43C62}" type="parTrans" cxnId="{1729D305-4AC0-4A48-8F62-F43B2477E5EB}">
      <dgm:prSet/>
      <dgm:spPr/>
      <dgm:t>
        <a:bodyPr/>
        <a:lstStyle/>
        <a:p>
          <a:endParaRPr lang="fr-FR" sz="1200"/>
        </a:p>
      </dgm:t>
    </dgm:pt>
    <dgm:pt modelId="{17245C9E-986C-4612-B703-C50656C4619E}" type="sibTrans" cxnId="{1729D305-4AC0-4A48-8F62-F43B2477E5EB}">
      <dgm:prSet/>
      <dgm:spPr/>
      <dgm:t>
        <a:bodyPr/>
        <a:lstStyle/>
        <a:p>
          <a:endParaRPr lang="fr-FR" sz="1200"/>
        </a:p>
      </dgm:t>
    </dgm:pt>
    <dgm:pt modelId="{F158900D-DC2D-4E44-91C3-15C3AD1955C9}" type="pres">
      <dgm:prSet presAssocID="{E3C7BC51-E827-446A-A89A-A38BAEED6865}" presName="linearFlow" presStyleCnt="0">
        <dgm:presLayoutVars>
          <dgm:resizeHandles val="exact"/>
        </dgm:presLayoutVars>
      </dgm:prSet>
      <dgm:spPr/>
    </dgm:pt>
    <dgm:pt modelId="{AE625D5A-2688-4087-8EF8-B3F1EA39569A}" type="pres">
      <dgm:prSet presAssocID="{15F58521-8D0F-45C8-A666-A473A2D1CDA9}" presName="node" presStyleLbl="node1" presStyleIdx="0" presStyleCnt="3">
        <dgm:presLayoutVars>
          <dgm:bulletEnabled val="1"/>
        </dgm:presLayoutVars>
      </dgm:prSet>
      <dgm:spPr/>
    </dgm:pt>
    <dgm:pt modelId="{8373EAF5-73DF-492B-8DD7-ED9389608268}" type="pres">
      <dgm:prSet presAssocID="{A83E5570-EC80-402C-8A23-BF819414AC67}" presName="sibTrans" presStyleLbl="sibTrans2D1" presStyleIdx="0" presStyleCnt="2"/>
      <dgm:spPr/>
    </dgm:pt>
    <dgm:pt modelId="{6C337C45-D9D3-493E-B093-3E43422C695C}" type="pres">
      <dgm:prSet presAssocID="{A83E5570-EC80-402C-8A23-BF819414AC67}" presName="connectorText" presStyleLbl="sibTrans2D1" presStyleIdx="0" presStyleCnt="2"/>
      <dgm:spPr/>
    </dgm:pt>
    <dgm:pt modelId="{3BF4ADEA-E1F2-4C4F-8D46-6314638C89E6}" type="pres">
      <dgm:prSet presAssocID="{44981C4E-4DA1-4D9D-8649-2A3AEA5C2D8A}" presName="node" presStyleLbl="node1" presStyleIdx="1" presStyleCnt="3">
        <dgm:presLayoutVars>
          <dgm:bulletEnabled val="1"/>
        </dgm:presLayoutVars>
      </dgm:prSet>
      <dgm:spPr/>
    </dgm:pt>
    <dgm:pt modelId="{877A0821-B65A-4010-8608-8FE8E9F61D82}" type="pres">
      <dgm:prSet presAssocID="{FF54BCA0-5ACE-4FD8-A39B-EA5392B7CF43}" presName="sibTrans" presStyleLbl="sibTrans2D1" presStyleIdx="1" presStyleCnt="2"/>
      <dgm:spPr/>
    </dgm:pt>
    <dgm:pt modelId="{94BA7EB9-A0F2-4D14-B280-B8B4C02201E8}" type="pres">
      <dgm:prSet presAssocID="{FF54BCA0-5ACE-4FD8-A39B-EA5392B7CF43}" presName="connectorText" presStyleLbl="sibTrans2D1" presStyleIdx="1" presStyleCnt="2"/>
      <dgm:spPr/>
    </dgm:pt>
    <dgm:pt modelId="{C16024BA-75F0-4022-9B65-91C70893D49D}" type="pres">
      <dgm:prSet presAssocID="{F5552DA6-1500-4D6F-92BF-383516519103}" presName="node" presStyleLbl="node1" presStyleIdx="2" presStyleCnt="3">
        <dgm:presLayoutVars>
          <dgm:bulletEnabled val="1"/>
        </dgm:presLayoutVars>
      </dgm:prSet>
      <dgm:spPr/>
    </dgm:pt>
  </dgm:ptLst>
  <dgm:cxnLst>
    <dgm:cxn modelId="{1729D305-4AC0-4A48-8F62-F43B2477E5EB}" srcId="{E3C7BC51-E827-446A-A89A-A38BAEED6865}" destId="{F5552DA6-1500-4D6F-92BF-383516519103}" srcOrd="2" destOrd="0" parTransId="{36DE3400-FC88-41A9-A562-2D34EED43C62}" sibTransId="{17245C9E-986C-4612-B703-C50656C4619E}"/>
    <dgm:cxn modelId="{CAC7520A-F6B8-4011-ABF1-F7FB522C57A0}" type="presOf" srcId="{A83E5570-EC80-402C-8A23-BF819414AC67}" destId="{6C337C45-D9D3-493E-B093-3E43422C695C}" srcOrd="1" destOrd="0" presId="urn:microsoft.com/office/officeart/2005/8/layout/process2"/>
    <dgm:cxn modelId="{59CC1C0E-4604-4E31-8155-0CB3BC66EC5A}" type="presOf" srcId="{FF54BCA0-5ACE-4FD8-A39B-EA5392B7CF43}" destId="{94BA7EB9-A0F2-4D14-B280-B8B4C02201E8}" srcOrd="1" destOrd="0" presId="urn:microsoft.com/office/officeart/2005/8/layout/process2"/>
    <dgm:cxn modelId="{DC56E715-C8E4-45D6-8017-F0B00B1A5BDD}" type="presOf" srcId="{F5552DA6-1500-4D6F-92BF-383516519103}" destId="{C16024BA-75F0-4022-9B65-91C70893D49D}" srcOrd="0" destOrd="0" presId="urn:microsoft.com/office/officeart/2005/8/layout/process2"/>
    <dgm:cxn modelId="{3F71BC2C-7CFF-4C54-8B47-F069F053ED99}" type="presOf" srcId="{FF54BCA0-5ACE-4FD8-A39B-EA5392B7CF43}" destId="{877A0821-B65A-4010-8608-8FE8E9F61D82}" srcOrd="0" destOrd="0" presId="urn:microsoft.com/office/officeart/2005/8/layout/process2"/>
    <dgm:cxn modelId="{37D3264C-62C7-4E8A-98B9-167D4AC5D662}" srcId="{E3C7BC51-E827-446A-A89A-A38BAEED6865}" destId="{44981C4E-4DA1-4D9D-8649-2A3AEA5C2D8A}" srcOrd="1" destOrd="0" parTransId="{09FC275C-35A5-4C8F-9C26-9A2089B3E4C8}" sibTransId="{FF54BCA0-5ACE-4FD8-A39B-EA5392B7CF43}"/>
    <dgm:cxn modelId="{909E434E-6073-4732-A9C6-4F8E222DD69D}" type="presOf" srcId="{44981C4E-4DA1-4D9D-8649-2A3AEA5C2D8A}" destId="{3BF4ADEA-E1F2-4C4F-8D46-6314638C89E6}" srcOrd="0" destOrd="0" presId="urn:microsoft.com/office/officeart/2005/8/layout/process2"/>
    <dgm:cxn modelId="{435F45D9-D528-4CAA-9E39-5F9EA45893EB}" type="presOf" srcId="{E3C7BC51-E827-446A-A89A-A38BAEED6865}" destId="{F158900D-DC2D-4E44-91C3-15C3AD1955C9}" srcOrd="0" destOrd="0" presId="urn:microsoft.com/office/officeart/2005/8/layout/process2"/>
    <dgm:cxn modelId="{B64616E0-B566-4B4F-9CA2-C5BAF42BB07E}" type="presOf" srcId="{A83E5570-EC80-402C-8A23-BF819414AC67}" destId="{8373EAF5-73DF-492B-8DD7-ED9389608268}" srcOrd="0" destOrd="0" presId="urn:microsoft.com/office/officeart/2005/8/layout/process2"/>
    <dgm:cxn modelId="{5F80D7EB-66B4-4997-BBB6-986B1C5048C0}" srcId="{E3C7BC51-E827-446A-A89A-A38BAEED6865}" destId="{15F58521-8D0F-45C8-A666-A473A2D1CDA9}" srcOrd="0" destOrd="0" parTransId="{1236037D-B055-4878-BFBB-73C665F8064C}" sibTransId="{A83E5570-EC80-402C-8A23-BF819414AC67}"/>
    <dgm:cxn modelId="{5144C7FD-BEC1-4149-A717-3AEC9DA1CEA9}" type="presOf" srcId="{15F58521-8D0F-45C8-A666-A473A2D1CDA9}" destId="{AE625D5A-2688-4087-8EF8-B3F1EA39569A}" srcOrd="0" destOrd="0" presId="urn:microsoft.com/office/officeart/2005/8/layout/process2"/>
    <dgm:cxn modelId="{4A9B23CE-90C6-4EAE-BDA9-E6C72144FB63}" type="presParOf" srcId="{F158900D-DC2D-4E44-91C3-15C3AD1955C9}" destId="{AE625D5A-2688-4087-8EF8-B3F1EA39569A}" srcOrd="0" destOrd="0" presId="urn:microsoft.com/office/officeart/2005/8/layout/process2"/>
    <dgm:cxn modelId="{D1CAB369-16E7-4A9A-9013-072E3971A8E9}" type="presParOf" srcId="{F158900D-DC2D-4E44-91C3-15C3AD1955C9}" destId="{8373EAF5-73DF-492B-8DD7-ED9389608268}" srcOrd="1" destOrd="0" presId="urn:microsoft.com/office/officeart/2005/8/layout/process2"/>
    <dgm:cxn modelId="{98D793CA-9CAE-44C7-8D5C-BE23E2E0D068}" type="presParOf" srcId="{8373EAF5-73DF-492B-8DD7-ED9389608268}" destId="{6C337C45-D9D3-493E-B093-3E43422C695C}" srcOrd="0" destOrd="0" presId="urn:microsoft.com/office/officeart/2005/8/layout/process2"/>
    <dgm:cxn modelId="{EEE62E7F-F1C7-4C45-AC40-444A52D67F68}" type="presParOf" srcId="{F158900D-DC2D-4E44-91C3-15C3AD1955C9}" destId="{3BF4ADEA-E1F2-4C4F-8D46-6314638C89E6}" srcOrd="2" destOrd="0" presId="urn:microsoft.com/office/officeart/2005/8/layout/process2"/>
    <dgm:cxn modelId="{2F9841B0-0BDE-4632-8426-F6710C93DCAF}" type="presParOf" srcId="{F158900D-DC2D-4E44-91C3-15C3AD1955C9}" destId="{877A0821-B65A-4010-8608-8FE8E9F61D82}" srcOrd="3" destOrd="0" presId="urn:microsoft.com/office/officeart/2005/8/layout/process2"/>
    <dgm:cxn modelId="{10AAFA98-1696-4629-B3A3-2FB6B57E4E1D}" type="presParOf" srcId="{877A0821-B65A-4010-8608-8FE8E9F61D82}" destId="{94BA7EB9-A0F2-4D14-B280-B8B4C02201E8}" srcOrd="0" destOrd="0" presId="urn:microsoft.com/office/officeart/2005/8/layout/process2"/>
    <dgm:cxn modelId="{BB8E3E1B-771C-45F7-9606-324EB688AFFA}" type="presParOf" srcId="{F158900D-DC2D-4E44-91C3-15C3AD1955C9}" destId="{C16024BA-75F0-4022-9B65-91C70893D49D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E3C7BC51-E827-446A-A89A-A38BAEED6865}" type="doc">
      <dgm:prSet loTypeId="urn:microsoft.com/office/officeart/2005/8/layout/hProcess9" loCatId="process" qsTypeId="urn:microsoft.com/office/officeart/2005/8/quickstyle/simple1" qsCatId="simple" csTypeId="urn:microsoft.com/office/officeart/2005/8/colors/accent0_1" csCatId="mainScheme" phldr="1"/>
      <dgm:spPr/>
    </dgm:pt>
    <dgm:pt modelId="{15F58521-8D0F-45C8-A666-A473A2D1CDA9}">
      <dgm:prSet phldrT="[Texte]" custT="1"/>
      <dgm:spPr/>
      <dgm:t>
        <a:bodyPr/>
        <a:lstStyle/>
        <a:p>
          <a:r>
            <a:rPr lang="fr-FR" sz="1200" dirty="0"/>
            <a:t>Age</a:t>
          </a:r>
        </a:p>
      </dgm:t>
    </dgm:pt>
    <dgm:pt modelId="{1236037D-B055-4878-BFBB-73C665F8064C}" type="parTrans" cxnId="{5F80D7EB-66B4-4997-BBB6-986B1C5048C0}">
      <dgm:prSet/>
      <dgm:spPr/>
      <dgm:t>
        <a:bodyPr/>
        <a:lstStyle/>
        <a:p>
          <a:endParaRPr lang="fr-FR" sz="1200"/>
        </a:p>
      </dgm:t>
    </dgm:pt>
    <dgm:pt modelId="{A83E5570-EC80-402C-8A23-BF819414AC67}" type="sibTrans" cxnId="{5F80D7EB-66B4-4997-BBB6-986B1C5048C0}">
      <dgm:prSet custT="1"/>
      <dgm:spPr/>
      <dgm:t>
        <a:bodyPr/>
        <a:lstStyle/>
        <a:p>
          <a:endParaRPr lang="fr-FR" sz="1200"/>
        </a:p>
      </dgm:t>
    </dgm:pt>
    <dgm:pt modelId="{44981C4E-4DA1-4D9D-8649-2A3AEA5C2D8A}">
      <dgm:prSet phldrT="[Texte]" custT="1"/>
      <dgm:spPr/>
      <dgm:t>
        <a:bodyPr/>
        <a:lstStyle/>
        <a:p>
          <a:r>
            <a:rPr lang="fr-FR" sz="1200" dirty="0"/>
            <a:t>Age</a:t>
          </a:r>
        </a:p>
      </dgm:t>
    </dgm:pt>
    <dgm:pt modelId="{09FC275C-35A5-4C8F-9C26-9A2089B3E4C8}" type="parTrans" cxnId="{37D3264C-62C7-4E8A-98B9-167D4AC5D662}">
      <dgm:prSet/>
      <dgm:spPr/>
      <dgm:t>
        <a:bodyPr/>
        <a:lstStyle/>
        <a:p>
          <a:endParaRPr lang="fr-FR" sz="1200"/>
        </a:p>
      </dgm:t>
    </dgm:pt>
    <dgm:pt modelId="{FF54BCA0-5ACE-4FD8-A39B-EA5392B7CF43}" type="sibTrans" cxnId="{37D3264C-62C7-4E8A-98B9-167D4AC5D662}">
      <dgm:prSet custT="1"/>
      <dgm:spPr/>
      <dgm:t>
        <a:bodyPr/>
        <a:lstStyle/>
        <a:p>
          <a:endParaRPr lang="fr-FR" sz="1200"/>
        </a:p>
      </dgm:t>
    </dgm:pt>
    <dgm:pt modelId="{F5552DA6-1500-4D6F-92BF-383516519103}">
      <dgm:prSet phldrT="[Texte]" custT="1"/>
      <dgm:spPr/>
      <dgm:t>
        <a:bodyPr/>
        <a:lstStyle/>
        <a:p>
          <a:r>
            <a:rPr lang="fr-FR" sz="1200" dirty="0"/>
            <a:t>Cluster</a:t>
          </a:r>
        </a:p>
      </dgm:t>
    </dgm:pt>
    <dgm:pt modelId="{36DE3400-FC88-41A9-A562-2D34EED43C62}" type="parTrans" cxnId="{1729D305-4AC0-4A48-8F62-F43B2477E5EB}">
      <dgm:prSet/>
      <dgm:spPr/>
      <dgm:t>
        <a:bodyPr/>
        <a:lstStyle/>
        <a:p>
          <a:endParaRPr lang="fr-FR" sz="1200"/>
        </a:p>
      </dgm:t>
    </dgm:pt>
    <dgm:pt modelId="{17245C9E-986C-4612-B703-C50656C4619E}" type="sibTrans" cxnId="{1729D305-4AC0-4A48-8F62-F43B2477E5EB}">
      <dgm:prSet/>
      <dgm:spPr/>
      <dgm:t>
        <a:bodyPr/>
        <a:lstStyle/>
        <a:p>
          <a:endParaRPr lang="fr-FR" sz="1200"/>
        </a:p>
      </dgm:t>
    </dgm:pt>
    <dgm:pt modelId="{882A1683-FC8C-4882-996C-353352CD64F0}" type="pres">
      <dgm:prSet presAssocID="{E3C7BC51-E827-446A-A89A-A38BAEED6865}" presName="CompostProcess" presStyleCnt="0">
        <dgm:presLayoutVars>
          <dgm:dir/>
          <dgm:resizeHandles val="exact"/>
        </dgm:presLayoutVars>
      </dgm:prSet>
      <dgm:spPr/>
    </dgm:pt>
    <dgm:pt modelId="{BEC7F9D4-838C-4788-8D61-CADF7F20EEF2}" type="pres">
      <dgm:prSet presAssocID="{E3C7BC51-E827-446A-A89A-A38BAEED6865}" presName="arrow" presStyleLbl="bgShp" presStyleIdx="0" presStyleCnt="1"/>
      <dgm:spPr/>
    </dgm:pt>
    <dgm:pt modelId="{CC72437A-FD83-45FA-B7AE-CE1A5401568F}" type="pres">
      <dgm:prSet presAssocID="{E3C7BC51-E827-446A-A89A-A38BAEED6865}" presName="linearProcess" presStyleCnt="0"/>
      <dgm:spPr/>
    </dgm:pt>
    <dgm:pt modelId="{7892ADBA-D442-4BCC-95E0-27D0D4EAE6D2}" type="pres">
      <dgm:prSet presAssocID="{15F58521-8D0F-45C8-A666-A473A2D1CDA9}" presName="textNode" presStyleLbl="node1" presStyleIdx="0" presStyleCnt="3">
        <dgm:presLayoutVars>
          <dgm:bulletEnabled val="1"/>
        </dgm:presLayoutVars>
      </dgm:prSet>
      <dgm:spPr/>
    </dgm:pt>
    <dgm:pt modelId="{2662B82A-02D4-4D6E-8467-9AC140153C7E}" type="pres">
      <dgm:prSet presAssocID="{A83E5570-EC80-402C-8A23-BF819414AC67}" presName="sibTrans" presStyleCnt="0"/>
      <dgm:spPr/>
    </dgm:pt>
    <dgm:pt modelId="{218BB579-6D55-421B-B69E-10B774D49CE3}" type="pres">
      <dgm:prSet presAssocID="{44981C4E-4DA1-4D9D-8649-2A3AEA5C2D8A}" presName="textNode" presStyleLbl="node1" presStyleIdx="1" presStyleCnt="3">
        <dgm:presLayoutVars>
          <dgm:bulletEnabled val="1"/>
        </dgm:presLayoutVars>
      </dgm:prSet>
      <dgm:spPr/>
    </dgm:pt>
    <dgm:pt modelId="{DE88384A-203A-4212-8698-369AD7D0B9AC}" type="pres">
      <dgm:prSet presAssocID="{FF54BCA0-5ACE-4FD8-A39B-EA5392B7CF43}" presName="sibTrans" presStyleCnt="0"/>
      <dgm:spPr/>
    </dgm:pt>
    <dgm:pt modelId="{6B718800-4040-40FB-B168-A1151110B42B}" type="pres">
      <dgm:prSet presAssocID="{F5552DA6-1500-4D6F-92BF-383516519103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1729D305-4AC0-4A48-8F62-F43B2477E5EB}" srcId="{E3C7BC51-E827-446A-A89A-A38BAEED6865}" destId="{F5552DA6-1500-4D6F-92BF-383516519103}" srcOrd="2" destOrd="0" parTransId="{36DE3400-FC88-41A9-A562-2D34EED43C62}" sibTransId="{17245C9E-986C-4612-B703-C50656C4619E}"/>
    <dgm:cxn modelId="{7EA8DD16-A100-43F1-8C5E-DA0BF46B53EC}" type="presOf" srcId="{44981C4E-4DA1-4D9D-8649-2A3AEA5C2D8A}" destId="{218BB579-6D55-421B-B69E-10B774D49CE3}" srcOrd="0" destOrd="0" presId="urn:microsoft.com/office/officeart/2005/8/layout/hProcess9"/>
    <dgm:cxn modelId="{A9DAEB30-99A6-4F4C-98AD-30FBE144F6CD}" type="presOf" srcId="{E3C7BC51-E827-446A-A89A-A38BAEED6865}" destId="{882A1683-FC8C-4882-996C-353352CD64F0}" srcOrd="0" destOrd="0" presId="urn:microsoft.com/office/officeart/2005/8/layout/hProcess9"/>
    <dgm:cxn modelId="{37D3264C-62C7-4E8A-98B9-167D4AC5D662}" srcId="{E3C7BC51-E827-446A-A89A-A38BAEED6865}" destId="{44981C4E-4DA1-4D9D-8649-2A3AEA5C2D8A}" srcOrd="1" destOrd="0" parTransId="{09FC275C-35A5-4C8F-9C26-9A2089B3E4C8}" sibTransId="{FF54BCA0-5ACE-4FD8-A39B-EA5392B7CF43}"/>
    <dgm:cxn modelId="{979BAF6E-07DA-4798-9C15-50CC4DE24152}" type="presOf" srcId="{F5552DA6-1500-4D6F-92BF-383516519103}" destId="{6B718800-4040-40FB-B168-A1151110B42B}" srcOrd="0" destOrd="0" presId="urn:microsoft.com/office/officeart/2005/8/layout/hProcess9"/>
    <dgm:cxn modelId="{99CC91A8-D276-466F-95AA-77183A7D6F64}" type="presOf" srcId="{15F58521-8D0F-45C8-A666-A473A2D1CDA9}" destId="{7892ADBA-D442-4BCC-95E0-27D0D4EAE6D2}" srcOrd="0" destOrd="0" presId="urn:microsoft.com/office/officeart/2005/8/layout/hProcess9"/>
    <dgm:cxn modelId="{5F80D7EB-66B4-4997-BBB6-986B1C5048C0}" srcId="{E3C7BC51-E827-446A-A89A-A38BAEED6865}" destId="{15F58521-8D0F-45C8-A666-A473A2D1CDA9}" srcOrd="0" destOrd="0" parTransId="{1236037D-B055-4878-BFBB-73C665F8064C}" sibTransId="{A83E5570-EC80-402C-8A23-BF819414AC67}"/>
    <dgm:cxn modelId="{82ED7D1B-08ED-4499-92D2-DE4D1178AA56}" type="presParOf" srcId="{882A1683-FC8C-4882-996C-353352CD64F0}" destId="{BEC7F9D4-838C-4788-8D61-CADF7F20EEF2}" srcOrd="0" destOrd="0" presId="urn:microsoft.com/office/officeart/2005/8/layout/hProcess9"/>
    <dgm:cxn modelId="{FFA582BC-EB22-4E60-B75E-4E862CEBB002}" type="presParOf" srcId="{882A1683-FC8C-4882-996C-353352CD64F0}" destId="{CC72437A-FD83-45FA-B7AE-CE1A5401568F}" srcOrd="1" destOrd="0" presId="urn:microsoft.com/office/officeart/2005/8/layout/hProcess9"/>
    <dgm:cxn modelId="{AA59526F-6388-4CBA-9B91-25BA86B447BD}" type="presParOf" srcId="{CC72437A-FD83-45FA-B7AE-CE1A5401568F}" destId="{7892ADBA-D442-4BCC-95E0-27D0D4EAE6D2}" srcOrd="0" destOrd="0" presId="urn:microsoft.com/office/officeart/2005/8/layout/hProcess9"/>
    <dgm:cxn modelId="{895901D3-7E2F-4D63-9593-AD90D3BAFCA4}" type="presParOf" srcId="{CC72437A-FD83-45FA-B7AE-CE1A5401568F}" destId="{2662B82A-02D4-4D6E-8467-9AC140153C7E}" srcOrd="1" destOrd="0" presId="urn:microsoft.com/office/officeart/2005/8/layout/hProcess9"/>
    <dgm:cxn modelId="{AD75290E-1C1C-4A3B-82F3-5645F5D366F8}" type="presParOf" srcId="{CC72437A-FD83-45FA-B7AE-CE1A5401568F}" destId="{218BB579-6D55-421B-B69E-10B774D49CE3}" srcOrd="2" destOrd="0" presId="urn:microsoft.com/office/officeart/2005/8/layout/hProcess9"/>
    <dgm:cxn modelId="{CEDA7FFA-CEAF-4E47-B833-94C9E5AE8241}" type="presParOf" srcId="{CC72437A-FD83-45FA-B7AE-CE1A5401568F}" destId="{DE88384A-203A-4212-8698-369AD7D0B9AC}" srcOrd="3" destOrd="0" presId="urn:microsoft.com/office/officeart/2005/8/layout/hProcess9"/>
    <dgm:cxn modelId="{93CD3390-5284-4629-982B-9C017B346105}" type="presParOf" srcId="{CC72437A-FD83-45FA-B7AE-CE1A5401568F}" destId="{6B718800-4040-40FB-B168-A1151110B42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E3C7BC51-E827-446A-A89A-A38BAEED6865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</dgm:pt>
    <dgm:pt modelId="{15F58521-8D0F-45C8-A666-A473A2D1CDA9}">
      <dgm:prSet phldrT="[Texte]" custT="1"/>
      <dgm:spPr/>
      <dgm:t>
        <a:bodyPr/>
        <a:lstStyle/>
        <a:p>
          <a:r>
            <a:rPr lang="fr-FR" sz="1200" dirty="0"/>
            <a:t>CC1</a:t>
          </a:r>
        </a:p>
      </dgm:t>
    </dgm:pt>
    <dgm:pt modelId="{1236037D-B055-4878-BFBB-73C665F8064C}" type="parTrans" cxnId="{5F80D7EB-66B4-4997-BBB6-986B1C5048C0}">
      <dgm:prSet/>
      <dgm:spPr/>
      <dgm:t>
        <a:bodyPr/>
        <a:lstStyle/>
        <a:p>
          <a:endParaRPr lang="fr-FR" sz="1200"/>
        </a:p>
      </dgm:t>
    </dgm:pt>
    <dgm:pt modelId="{A83E5570-EC80-402C-8A23-BF819414AC67}" type="sibTrans" cxnId="{5F80D7EB-66B4-4997-BBB6-986B1C5048C0}">
      <dgm:prSet custT="1"/>
      <dgm:spPr/>
      <dgm:t>
        <a:bodyPr/>
        <a:lstStyle/>
        <a:p>
          <a:endParaRPr lang="fr-FR" sz="1200"/>
        </a:p>
      </dgm:t>
    </dgm:pt>
    <dgm:pt modelId="{44981C4E-4DA1-4D9D-8649-2A3AEA5C2D8A}">
      <dgm:prSet phldrT="[Texte]" custT="1"/>
      <dgm:spPr/>
      <dgm:t>
        <a:bodyPr/>
        <a:lstStyle/>
        <a:p>
          <a:r>
            <a:rPr lang="fr-FR" sz="1200" dirty="0"/>
            <a:t>CC2</a:t>
          </a:r>
        </a:p>
      </dgm:t>
    </dgm:pt>
    <dgm:pt modelId="{09FC275C-35A5-4C8F-9C26-9A2089B3E4C8}" type="parTrans" cxnId="{37D3264C-62C7-4E8A-98B9-167D4AC5D662}">
      <dgm:prSet/>
      <dgm:spPr/>
      <dgm:t>
        <a:bodyPr/>
        <a:lstStyle/>
        <a:p>
          <a:endParaRPr lang="fr-FR" sz="1200"/>
        </a:p>
      </dgm:t>
    </dgm:pt>
    <dgm:pt modelId="{FF54BCA0-5ACE-4FD8-A39B-EA5392B7CF43}" type="sibTrans" cxnId="{37D3264C-62C7-4E8A-98B9-167D4AC5D662}">
      <dgm:prSet custT="1"/>
      <dgm:spPr/>
      <dgm:t>
        <a:bodyPr/>
        <a:lstStyle/>
        <a:p>
          <a:endParaRPr lang="fr-FR" sz="1200"/>
        </a:p>
      </dgm:t>
    </dgm:pt>
    <dgm:pt modelId="{F5552DA6-1500-4D6F-92BF-383516519103}">
      <dgm:prSet phldrT="[Texte]" custT="1"/>
      <dgm:spPr/>
      <dgm:t>
        <a:bodyPr/>
        <a:lstStyle/>
        <a:p>
          <a:r>
            <a:rPr lang="fr-FR" sz="1200" dirty="0"/>
            <a:t>CC3</a:t>
          </a:r>
        </a:p>
      </dgm:t>
    </dgm:pt>
    <dgm:pt modelId="{36DE3400-FC88-41A9-A562-2D34EED43C62}" type="parTrans" cxnId="{1729D305-4AC0-4A48-8F62-F43B2477E5EB}">
      <dgm:prSet/>
      <dgm:spPr/>
      <dgm:t>
        <a:bodyPr/>
        <a:lstStyle/>
        <a:p>
          <a:endParaRPr lang="fr-FR" sz="1200"/>
        </a:p>
      </dgm:t>
    </dgm:pt>
    <dgm:pt modelId="{17245C9E-986C-4612-B703-C50656C4619E}" type="sibTrans" cxnId="{1729D305-4AC0-4A48-8F62-F43B2477E5EB}">
      <dgm:prSet/>
      <dgm:spPr/>
      <dgm:t>
        <a:bodyPr/>
        <a:lstStyle/>
        <a:p>
          <a:endParaRPr lang="fr-FR" sz="1200"/>
        </a:p>
      </dgm:t>
    </dgm:pt>
    <dgm:pt modelId="{52BF4CBD-C9D5-42DC-B7B8-E29452EA346E}" type="pres">
      <dgm:prSet presAssocID="{E3C7BC51-E827-446A-A89A-A38BAEED6865}" presName="linearFlow" presStyleCnt="0">
        <dgm:presLayoutVars>
          <dgm:resizeHandles val="exact"/>
        </dgm:presLayoutVars>
      </dgm:prSet>
      <dgm:spPr/>
    </dgm:pt>
    <dgm:pt modelId="{53AF9440-EA01-4658-B5A3-B4237F034934}" type="pres">
      <dgm:prSet presAssocID="{15F58521-8D0F-45C8-A666-A473A2D1CDA9}" presName="node" presStyleLbl="node1" presStyleIdx="0" presStyleCnt="3">
        <dgm:presLayoutVars>
          <dgm:bulletEnabled val="1"/>
        </dgm:presLayoutVars>
      </dgm:prSet>
      <dgm:spPr/>
    </dgm:pt>
    <dgm:pt modelId="{BA8D26F4-FF8C-4DEC-BA35-FC69A767BBF8}" type="pres">
      <dgm:prSet presAssocID="{A83E5570-EC80-402C-8A23-BF819414AC67}" presName="sibTrans" presStyleLbl="sibTrans2D1" presStyleIdx="0" presStyleCnt="2"/>
      <dgm:spPr/>
    </dgm:pt>
    <dgm:pt modelId="{26FBF57D-2294-4A87-8F2B-CDFD46BCA421}" type="pres">
      <dgm:prSet presAssocID="{A83E5570-EC80-402C-8A23-BF819414AC67}" presName="connectorText" presStyleLbl="sibTrans2D1" presStyleIdx="0" presStyleCnt="2"/>
      <dgm:spPr/>
    </dgm:pt>
    <dgm:pt modelId="{7BF4AD38-F259-43AC-B49D-07544EFE3CDD}" type="pres">
      <dgm:prSet presAssocID="{44981C4E-4DA1-4D9D-8649-2A3AEA5C2D8A}" presName="node" presStyleLbl="node1" presStyleIdx="1" presStyleCnt="3">
        <dgm:presLayoutVars>
          <dgm:bulletEnabled val="1"/>
        </dgm:presLayoutVars>
      </dgm:prSet>
      <dgm:spPr/>
    </dgm:pt>
    <dgm:pt modelId="{06B2343D-FFC8-4E47-8C1E-44FB6597D860}" type="pres">
      <dgm:prSet presAssocID="{FF54BCA0-5ACE-4FD8-A39B-EA5392B7CF43}" presName="sibTrans" presStyleLbl="sibTrans2D1" presStyleIdx="1" presStyleCnt="2"/>
      <dgm:spPr/>
    </dgm:pt>
    <dgm:pt modelId="{13BB1454-7385-408C-8942-4D71C7E90837}" type="pres">
      <dgm:prSet presAssocID="{FF54BCA0-5ACE-4FD8-A39B-EA5392B7CF43}" presName="connectorText" presStyleLbl="sibTrans2D1" presStyleIdx="1" presStyleCnt="2"/>
      <dgm:spPr/>
    </dgm:pt>
    <dgm:pt modelId="{EC899FB8-55F6-4800-9A66-173715180EC4}" type="pres">
      <dgm:prSet presAssocID="{F5552DA6-1500-4D6F-92BF-383516519103}" presName="node" presStyleLbl="node1" presStyleIdx="2" presStyleCnt="3">
        <dgm:presLayoutVars>
          <dgm:bulletEnabled val="1"/>
        </dgm:presLayoutVars>
      </dgm:prSet>
      <dgm:spPr/>
    </dgm:pt>
  </dgm:ptLst>
  <dgm:cxnLst>
    <dgm:cxn modelId="{1729D305-4AC0-4A48-8F62-F43B2477E5EB}" srcId="{E3C7BC51-E827-446A-A89A-A38BAEED6865}" destId="{F5552DA6-1500-4D6F-92BF-383516519103}" srcOrd="2" destOrd="0" parTransId="{36DE3400-FC88-41A9-A562-2D34EED43C62}" sibTransId="{17245C9E-986C-4612-B703-C50656C4619E}"/>
    <dgm:cxn modelId="{F6285816-E944-4E35-A4B9-BA9A4228E70A}" type="presOf" srcId="{FF54BCA0-5ACE-4FD8-A39B-EA5392B7CF43}" destId="{06B2343D-FFC8-4E47-8C1E-44FB6597D860}" srcOrd="0" destOrd="0" presId="urn:microsoft.com/office/officeart/2005/8/layout/process2"/>
    <dgm:cxn modelId="{CDECE32F-912A-4522-9493-8A1BA46C6A1B}" type="presOf" srcId="{E3C7BC51-E827-446A-A89A-A38BAEED6865}" destId="{52BF4CBD-C9D5-42DC-B7B8-E29452EA346E}" srcOrd="0" destOrd="0" presId="urn:microsoft.com/office/officeart/2005/8/layout/process2"/>
    <dgm:cxn modelId="{15C90065-9CDF-4082-B0AA-A1524A3C07A6}" type="presOf" srcId="{A83E5570-EC80-402C-8A23-BF819414AC67}" destId="{26FBF57D-2294-4A87-8F2B-CDFD46BCA421}" srcOrd="1" destOrd="0" presId="urn:microsoft.com/office/officeart/2005/8/layout/process2"/>
    <dgm:cxn modelId="{37D3264C-62C7-4E8A-98B9-167D4AC5D662}" srcId="{E3C7BC51-E827-446A-A89A-A38BAEED6865}" destId="{44981C4E-4DA1-4D9D-8649-2A3AEA5C2D8A}" srcOrd="1" destOrd="0" parTransId="{09FC275C-35A5-4C8F-9C26-9A2089B3E4C8}" sibTransId="{FF54BCA0-5ACE-4FD8-A39B-EA5392B7CF43}"/>
    <dgm:cxn modelId="{28F65972-E978-43A5-AC23-DE8658DFD9ED}" type="presOf" srcId="{44981C4E-4DA1-4D9D-8649-2A3AEA5C2D8A}" destId="{7BF4AD38-F259-43AC-B49D-07544EFE3CDD}" srcOrd="0" destOrd="0" presId="urn:microsoft.com/office/officeart/2005/8/layout/process2"/>
    <dgm:cxn modelId="{7A7CC59E-6535-4D2E-98CF-A6DDC3F2C908}" type="presOf" srcId="{15F58521-8D0F-45C8-A666-A473A2D1CDA9}" destId="{53AF9440-EA01-4658-B5A3-B4237F034934}" srcOrd="0" destOrd="0" presId="urn:microsoft.com/office/officeart/2005/8/layout/process2"/>
    <dgm:cxn modelId="{ECD77FBF-A30D-44D6-B401-BE1BA0780D66}" type="presOf" srcId="{F5552DA6-1500-4D6F-92BF-383516519103}" destId="{EC899FB8-55F6-4800-9A66-173715180EC4}" srcOrd="0" destOrd="0" presId="urn:microsoft.com/office/officeart/2005/8/layout/process2"/>
    <dgm:cxn modelId="{992D34C5-0AE6-4CBA-8CE6-32DD90C5F95E}" type="presOf" srcId="{A83E5570-EC80-402C-8A23-BF819414AC67}" destId="{BA8D26F4-FF8C-4DEC-BA35-FC69A767BBF8}" srcOrd="0" destOrd="0" presId="urn:microsoft.com/office/officeart/2005/8/layout/process2"/>
    <dgm:cxn modelId="{5F80D7EB-66B4-4997-BBB6-986B1C5048C0}" srcId="{E3C7BC51-E827-446A-A89A-A38BAEED6865}" destId="{15F58521-8D0F-45C8-A666-A473A2D1CDA9}" srcOrd="0" destOrd="0" parTransId="{1236037D-B055-4878-BFBB-73C665F8064C}" sibTransId="{A83E5570-EC80-402C-8A23-BF819414AC67}"/>
    <dgm:cxn modelId="{26B4E3FE-7D9F-4376-9A39-9FB8A278323D}" type="presOf" srcId="{FF54BCA0-5ACE-4FD8-A39B-EA5392B7CF43}" destId="{13BB1454-7385-408C-8942-4D71C7E90837}" srcOrd="1" destOrd="0" presId="urn:microsoft.com/office/officeart/2005/8/layout/process2"/>
    <dgm:cxn modelId="{475D4CD4-C44F-482D-B9E9-AF63F61EE52D}" type="presParOf" srcId="{52BF4CBD-C9D5-42DC-B7B8-E29452EA346E}" destId="{53AF9440-EA01-4658-B5A3-B4237F034934}" srcOrd="0" destOrd="0" presId="urn:microsoft.com/office/officeart/2005/8/layout/process2"/>
    <dgm:cxn modelId="{3E0711B3-1899-4847-A5AD-35128AA70F80}" type="presParOf" srcId="{52BF4CBD-C9D5-42DC-B7B8-E29452EA346E}" destId="{BA8D26F4-FF8C-4DEC-BA35-FC69A767BBF8}" srcOrd="1" destOrd="0" presId="urn:microsoft.com/office/officeart/2005/8/layout/process2"/>
    <dgm:cxn modelId="{677DEEAE-4F7A-4C87-B704-9BA87E156ECB}" type="presParOf" srcId="{BA8D26F4-FF8C-4DEC-BA35-FC69A767BBF8}" destId="{26FBF57D-2294-4A87-8F2B-CDFD46BCA421}" srcOrd="0" destOrd="0" presId="urn:microsoft.com/office/officeart/2005/8/layout/process2"/>
    <dgm:cxn modelId="{418FE909-C26E-419C-BAE3-635E3833EA47}" type="presParOf" srcId="{52BF4CBD-C9D5-42DC-B7B8-E29452EA346E}" destId="{7BF4AD38-F259-43AC-B49D-07544EFE3CDD}" srcOrd="2" destOrd="0" presId="urn:microsoft.com/office/officeart/2005/8/layout/process2"/>
    <dgm:cxn modelId="{1BC5390B-7908-4E50-815A-C81AEF64FDFD}" type="presParOf" srcId="{52BF4CBD-C9D5-42DC-B7B8-E29452EA346E}" destId="{06B2343D-FFC8-4E47-8C1E-44FB6597D860}" srcOrd="3" destOrd="0" presId="urn:microsoft.com/office/officeart/2005/8/layout/process2"/>
    <dgm:cxn modelId="{7F1D0155-030A-47E4-A3CD-7E09FA7EFB3C}" type="presParOf" srcId="{06B2343D-FFC8-4E47-8C1E-44FB6597D860}" destId="{13BB1454-7385-408C-8942-4D71C7E90837}" srcOrd="0" destOrd="0" presId="urn:microsoft.com/office/officeart/2005/8/layout/process2"/>
    <dgm:cxn modelId="{CE136A77-E9EA-4ABA-9B25-8B9F959A98A6}" type="presParOf" srcId="{52BF4CBD-C9D5-42DC-B7B8-E29452EA346E}" destId="{EC899FB8-55F6-4800-9A66-173715180EC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E3C7BC51-E827-446A-A89A-A38BAEED6865}" type="doc">
      <dgm:prSet loTypeId="urn:microsoft.com/office/officeart/2005/8/layout/hProcess9" loCatId="process" qsTypeId="urn:microsoft.com/office/officeart/2005/8/quickstyle/simple1" qsCatId="simple" csTypeId="urn:microsoft.com/office/officeart/2005/8/colors/accent0_1" csCatId="mainScheme" phldr="1"/>
      <dgm:spPr/>
    </dgm:pt>
    <dgm:pt modelId="{15F58521-8D0F-45C8-A666-A473A2D1CDA9}">
      <dgm:prSet phldrT="[Texte]" custT="1"/>
      <dgm:spPr/>
      <dgm:t>
        <a:bodyPr/>
        <a:lstStyle/>
        <a:p>
          <a:r>
            <a:rPr lang="fr-FR" sz="1200" dirty="0"/>
            <a:t>Age</a:t>
          </a:r>
        </a:p>
      </dgm:t>
    </dgm:pt>
    <dgm:pt modelId="{1236037D-B055-4878-BFBB-73C665F8064C}" type="parTrans" cxnId="{5F80D7EB-66B4-4997-BBB6-986B1C5048C0}">
      <dgm:prSet/>
      <dgm:spPr/>
      <dgm:t>
        <a:bodyPr/>
        <a:lstStyle/>
        <a:p>
          <a:endParaRPr lang="fr-FR" sz="1200"/>
        </a:p>
      </dgm:t>
    </dgm:pt>
    <dgm:pt modelId="{A83E5570-EC80-402C-8A23-BF819414AC67}" type="sibTrans" cxnId="{5F80D7EB-66B4-4997-BBB6-986B1C5048C0}">
      <dgm:prSet custT="1"/>
      <dgm:spPr/>
      <dgm:t>
        <a:bodyPr/>
        <a:lstStyle/>
        <a:p>
          <a:endParaRPr lang="fr-FR" sz="1200"/>
        </a:p>
      </dgm:t>
    </dgm:pt>
    <dgm:pt modelId="{44981C4E-4DA1-4D9D-8649-2A3AEA5C2D8A}">
      <dgm:prSet phldrT="[Texte]" custT="1"/>
      <dgm:spPr/>
      <dgm:t>
        <a:bodyPr/>
        <a:lstStyle/>
        <a:p>
          <a:r>
            <a:rPr lang="fr-FR" sz="1200" dirty="0"/>
            <a:t>Age</a:t>
          </a:r>
        </a:p>
      </dgm:t>
    </dgm:pt>
    <dgm:pt modelId="{09FC275C-35A5-4C8F-9C26-9A2089B3E4C8}" type="parTrans" cxnId="{37D3264C-62C7-4E8A-98B9-167D4AC5D662}">
      <dgm:prSet/>
      <dgm:spPr/>
      <dgm:t>
        <a:bodyPr/>
        <a:lstStyle/>
        <a:p>
          <a:endParaRPr lang="fr-FR" sz="1200"/>
        </a:p>
      </dgm:t>
    </dgm:pt>
    <dgm:pt modelId="{FF54BCA0-5ACE-4FD8-A39B-EA5392B7CF43}" type="sibTrans" cxnId="{37D3264C-62C7-4E8A-98B9-167D4AC5D662}">
      <dgm:prSet custT="1"/>
      <dgm:spPr/>
      <dgm:t>
        <a:bodyPr/>
        <a:lstStyle/>
        <a:p>
          <a:endParaRPr lang="fr-FR" sz="1200"/>
        </a:p>
      </dgm:t>
    </dgm:pt>
    <dgm:pt modelId="{F5552DA6-1500-4D6F-92BF-383516519103}">
      <dgm:prSet phldrT="[Texte]" custT="1"/>
      <dgm:spPr/>
      <dgm:t>
        <a:bodyPr/>
        <a:lstStyle/>
        <a:p>
          <a:r>
            <a:rPr lang="fr-FR" sz="1200" dirty="0"/>
            <a:t>Cluster</a:t>
          </a:r>
        </a:p>
      </dgm:t>
    </dgm:pt>
    <dgm:pt modelId="{36DE3400-FC88-41A9-A562-2D34EED43C62}" type="parTrans" cxnId="{1729D305-4AC0-4A48-8F62-F43B2477E5EB}">
      <dgm:prSet/>
      <dgm:spPr/>
      <dgm:t>
        <a:bodyPr/>
        <a:lstStyle/>
        <a:p>
          <a:endParaRPr lang="fr-FR" sz="1200"/>
        </a:p>
      </dgm:t>
    </dgm:pt>
    <dgm:pt modelId="{17245C9E-986C-4612-B703-C50656C4619E}" type="sibTrans" cxnId="{1729D305-4AC0-4A48-8F62-F43B2477E5EB}">
      <dgm:prSet/>
      <dgm:spPr/>
      <dgm:t>
        <a:bodyPr/>
        <a:lstStyle/>
        <a:p>
          <a:endParaRPr lang="fr-FR" sz="1200"/>
        </a:p>
      </dgm:t>
    </dgm:pt>
    <dgm:pt modelId="{882A1683-FC8C-4882-996C-353352CD64F0}" type="pres">
      <dgm:prSet presAssocID="{E3C7BC51-E827-446A-A89A-A38BAEED6865}" presName="CompostProcess" presStyleCnt="0">
        <dgm:presLayoutVars>
          <dgm:dir/>
          <dgm:resizeHandles val="exact"/>
        </dgm:presLayoutVars>
      </dgm:prSet>
      <dgm:spPr/>
    </dgm:pt>
    <dgm:pt modelId="{BEC7F9D4-838C-4788-8D61-CADF7F20EEF2}" type="pres">
      <dgm:prSet presAssocID="{E3C7BC51-E827-446A-A89A-A38BAEED6865}" presName="arrow" presStyleLbl="bgShp" presStyleIdx="0" presStyleCnt="1"/>
      <dgm:spPr/>
    </dgm:pt>
    <dgm:pt modelId="{CC72437A-FD83-45FA-B7AE-CE1A5401568F}" type="pres">
      <dgm:prSet presAssocID="{E3C7BC51-E827-446A-A89A-A38BAEED6865}" presName="linearProcess" presStyleCnt="0"/>
      <dgm:spPr/>
    </dgm:pt>
    <dgm:pt modelId="{7892ADBA-D442-4BCC-95E0-27D0D4EAE6D2}" type="pres">
      <dgm:prSet presAssocID="{15F58521-8D0F-45C8-A666-A473A2D1CDA9}" presName="textNode" presStyleLbl="node1" presStyleIdx="0" presStyleCnt="3">
        <dgm:presLayoutVars>
          <dgm:bulletEnabled val="1"/>
        </dgm:presLayoutVars>
      </dgm:prSet>
      <dgm:spPr/>
    </dgm:pt>
    <dgm:pt modelId="{2662B82A-02D4-4D6E-8467-9AC140153C7E}" type="pres">
      <dgm:prSet presAssocID="{A83E5570-EC80-402C-8A23-BF819414AC67}" presName="sibTrans" presStyleCnt="0"/>
      <dgm:spPr/>
    </dgm:pt>
    <dgm:pt modelId="{218BB579-6D55-421B-B69E-10B774D49CE3}" type="pres">
      <dgm:prSet presAssocID="{44981C4E-4DA1-4D9D-8649-2A3AEA5C2D8A}" presName="textNode" presStyleLbl="node1" presStyleIdx="1" presStyleCnt="3">
        <dgm:presLayoutVars>
          <dgm:bulletEnabled val="1"/>
        </dgm:presLayoutVars>
      </dgm:prSet>
      <dgm:spPr/>
    </dgm:pt>
    <dgm:pt modelId="{DE88384A-203A-4212-8698-369AD7D0B9AC}" type="pres">
      <dgm:prSet presAssocID="{FF54BCA0-5ACE-4FD8-A39B-EA5392B7CF43}" presName="sibTrans" presStyleCnt="0"/>
      <dgm:spPr/>
    </dgm:pt>
    <dgm:pt modelId="{6B718800-4040-40FB-B168-A1151110B42B}" type="pres">
      <dgm:prSet presAssocID="{F5552DA6-1500-4D6F-92BF-383516519103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1729D305-4AC0-4A48-8F62-F43B2477E5EB}" srcId="{E3C7BC51-E827-446A-A89A-A38BAEED6865}" destId="{F5552DA6-1500-4D6F-92BF-383516519103}" srcOrd="2" destOrd="0" parTransId="{36DE3400-FC88-41A9-A562-2D34EED43C62}" sibTransId="{17245C9E-986C-4612-B703-C50656C4619E}"/>
    <dgm:cxn modelId="{7EA8DD16-A100-43F1-8C5E-DA0BF46B53EC}" type="presOf" srcId="{44981C4E-4DA1-4D9D-8649-2A3AEA5C2D8A}" destId="{218BB579-6D55-421B-B69E-10B774D49CE3}" srcOrd="0" destOrd="0" presId="urn:microsoft.com/office/officeart/2005/8/layout/hProcess9"/>
    <dgm:cxn modelId="{A9DAEB30-99A6-4F4C-98AD-30FBE144F6CD}" type="presOf" srcId="{E3C7BC51-E827-446A-A89A-A38BAEED6865}" destId="{882A1683-FC8C-4882-996C-353352CD64F0}" srcOrd="0" destOrd="0" presId="urn:microsoft.com/office/officeart/2005/8/layout/hProcess9"/>
    <dgm:cxn modelId="{37D3264C-62C7-4E8A-98B9-167D4AC5D662}" srcId="{E3C7BC51-E827-446A-A89A-A38BAEED6865}" destId="{44981C4E-4DA1-4D9D-8649-2A3AEA5C2D8A}" srcOrd="1" destOrd="0" parTransId="{09FC275C-35A5-4C8F-9C26-9A2089B3E4C8}" sibTransId="{FF54BCA0-5ACE-4FD8-A39B-EA5392B7CF43}"/>
    <dgm:cxn modelId="{979BAF6E-07DA-4798-9C15-50CC4DE24152}" type="presOf" srcId="{F5552DA6-1500-4D6F-92BF-383516519103}" destId="{6B718800-4040-40FB-B168-A1151110B42B}" srcOrd="0" destOrd="0" presId="urn:microsoft.com/office/officeart/2005/8/layout/hProcess9"/>
    <dgm:cxn modelId="{99CC91A8-D276-466F-95AA-77183A7D6F64}" type="presOf" srcId="{15F58521-8D0F-45C8-A666-A473A2D1CDA9}" destId="{7892ADBA-D442-4BCC-95E0-27D0D4EAE6D2}" srcOrd="0" destOrd="0" presId="urn:microsoft.com/office/officeart/2005/8/layout/hProcess9"/>
    <dgm:cxn modelId="{5F80D7EB-66B4-4997-BBB6-986B1C5048C0}" srcId="{E3C7BC51-E827-446A-A89A-A38BAEED6865}" destId="{15F58521-8D0F-45C8-A666-A473A2D1CDA9}" srcOrd="0" destOrd="0" parTransId="{1236037D-B055-4878-BFBB-73C665F8064C}" sibTransId="{A83E5570-EC80-402C-8A23-BF819414AC67}"/>
    <dgm:cxn modelId="{82ED7D1B-08ED-4499-92D2-DE4D1178AA56}" type="presParOf" srcId="{882A1683-FC8C-4882-996C-353352CD64F0}" destId="{BEC7F9D4-838C-4788-8D61-CADF7F20EEF2}" srcOrd="0" destOrd="0" presId="urn:microsoft.com/office/officeart/2005/8/layout/hProcess9"/>
    <dgm:cxn modelId="{FFA582BC-EB22-4E60-B75E-4E862CEBB002}" type="presParOf" srcId="{882A1683-FC8C-4882-996C-353352CD64F0}" destId="{CC72437A-FD83-45FA-B7AE-CE1A5401568F}" srcOrd="1" destOrd="0" presId="urn:microsoft.com/office/officeart/2005/8/layout/hProcess9"/>
    <dgm:cxn modelId="{AA59526F-6388-4CBA-9B91-25BA86B447BD}" type="presParOf" srcId="{CC72437A-FD83-45FA-B7AE-CE1A5401568F}" destId="{7892ADBA-D442-4BCC-95E0-27D0D4EAE6D2}" srcOrd="0" destOrd="0" presId="urn:microsoft.com/office/officeart/2005/8/layout/hProcess9"/>
    <dgm:cxn modelId="{895901D3-7E2F-4D63-9593-AD90D3BAFCA4}" type="presParOf" srcId="{CC72437A-FD83-45FA-B7AE-CE1A5401568F}" destId="{2662B82A-02D4-4D6E-8467-9AC140153C7E}" srcOrd="1" destOrd="0" presId="urn:microsoft.com/office/officeart/2005/8/layout/hProcess9"/>
    <dgm:cxn modelId="{AD75290E-1C1C-4A3B-82F3-5645F5D366F8}" type="presParOf" srcId="{CC72437A-FD83-45FA-B7AE-CE1A5401568F}" destId="{218BB579-6D55-421B-B69E-10B774D49CE3}" srcOrd="2" destOrd="0" presId="urn:microsoft.com/office/officeart/2005/8/layout/hProcess9"/>
    <dgm:cxn modelId="{CEDA7FFA-CEAF-4E47-B833-94C9E5AE8241}" type="presParOf" srcId="{CC72437A-FD83-45FA-B7AE-CE1A5401568F}" destId="{DE88384A-203A-4212-8698-369AD7D0B9AC}" srcOrd="3" destOrd="0" presId="urn:microsoft.com/office/officeart/2005/8/layout/hProcess9"/>
    <dgm:cxn modelId="{93CD3390-5284-4629-982B-9C017B346105}" type="presParOf" srcId="{CC72437A-FD83-45FA-B7AE-CE1A5401568F}" destId="{6B718800-4040-40FB-B168-A1151110B42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E3C7BC51-E827-446A-A89A-A38BAEED6865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</dgm:pt>
    <dgm:pt modelId="{15F58521-8D0F-45C8-A666-A473A2D1CDA9}">
      <dgm:prSet phldrT="[Texte]" custT="1"/>
      <dgm:spPr/>
      <dgm:t>
        <a:bodyPr/>
        <a:lstStyle/>
        <a:p>
          <a:r>
            <a:rPr lang="fr-FR" sz="1200" dirty="0"/>
            <a:t>CC4</a:t>
          </a:r>
        </a:p>
      </dgm:t>
    </dgm:pt>
    <dgm:pt modelId="{1236037D-B055-4878-BFBB-73C665F8064C}" type="parTrans" cxnId="{5F80D7EB-66B4-4997-BBB6-986B1C5048C0}">
      <dgm:prSet/>
      <dgm:spPr/>
      <dgm:t>
        <a:bodyPr/>
        <a:lstStyle/>
        <a:p>
          <a:endParaRPr lang="fr-FR" sz="1200"/>
        </a:p>
      </dgm:t>
    </dgm:pt>
    <dgm:pt modelId="{A83E5570-EC80-402C-8A23-BF819414AC67}" type="sibTrans" cxnId="{5F80D7EB-66B4-4997-BBB6-986B1C5048C0}">
      <dgm:prSet custT="1"/>
      <dgm:spPr/>
      <dgm:t>
        <a:bodyPr/>
        <a:lstStyle/>
        <a:p>
          <a:endParaRPr lang="fr-FR" sz="1200"/>
        </a:p>
      </dgm:t>
    </dgm:pt>
    <dgm:pt modelId="{44981C4E-4DA1-4D9D-8649-2A3AEA5C2D8A}">
      <dgm:prSet phldrT="[Texte]" custT="1"/>
      <dgm:spPr/>
      <dgm:t>
        <a:bodyPr/>
        <a:lstStyle/>
        <a:p>
          <a:r>
            <a:rPr lang="fr-FR" sz="1200" dirty="0"/>
            <a:t>CC5</a:t>
          </a:r>
        </a:p>
      </dgm:t>
    </dgm:pt>
    <dgm:pt modelId="{09FC275C-35A5-4C8F-9C26-9A2089B3E4C8}" type="parTrans" cxnId="{37D3264C-62C7-4E8A-98B9-167D4AC5D662}">
      <dgm:prSet/>
      <dgm:spPr/>
      <dgm:t>
        <a:bodyPr/>
        <a:lstStyle/>
        <a:p>
          <a:endParaRPr lang="fr-FR" sz="1200"/>
        </a:p>
      </dgm:t>
    </dgm:pt>
    <dgm:pt modelId="{FF54BCA0-5ACE-4FD8-A39B-EA5392B7CF43}" type="sibTrans" cxnId="{37D3264C-62C7-4E8A-98B9-167D4AC5D662}">
      <dgm:prSet custT="1"/>
      <dgm:spPr/>
      <dgm:t>
        <a:bodyPr/>
        <a:lstStyle/>
        <a:p>
          <a:endParaRPr lang="fr-FR" sz="1200"/>
        </a:p>
      </dgm:t>
    </dgm:pt>
    <dgm:pt modelId="{F5552DA6-1500-4D6F-92BF-383516519103}">
      <dgm:prSet phldrT="[Texte]" custT="1"/>
      <dgm:spPr/>
      <dgm:t>
        <a:bodyPr/>
        <a:lstStyle/>
        <a:p>
          <a:r>
            <a:rPr lang="fr-FR" sz="1200" dirty="0"/>
            <a:t>CC6</a:t>
          </a:r>
        </a:p>
      </dgm:t>
    </dgm:pt>
    <dgm:pt modelId="{36DE3400-FC88-41A9-A562-2D34EED43C62}" type="parTrans" cxnId="{1729D305-4AC0-4A48-8F62-F43B2477E5EB}">
      <dgm:prSet/>
      <dgm:spPr/>
      <dgm:t>
        <a:bodyPr/>
        <a:lstStyle/>
        <a:p>
          <a:endParaRPr lang="fr-FR" sz="1200"/>
        </a:p>
      </dgm:t>
    </dgm:pt>
    <dgm:pt modelId="{17245C9E-986C-4612-B703-C50656C4619E}" type="sibTrans" cxnId="{1729D305-4AC0-4A48-8F62-F43B2477E5EB}">
      <dgm:prSet/>
      <dgm:spPr/>
      <dgm:t>
        <a:bodyPr/>
        <a:lstStyle/>
        <a:p>
          <a:endParaRPr lang="fr-FR" sz="1200"/>
        </a:p>
      </dgm:t>
    </dgm:pt>
    <dgm:pt modelId="{49F9C41E-E66E-410E-86A0-6FFFD0FE4172}">
      <dgm:prSet phldrT="[Texte]" custT="1"/>
      <dgm:spPr/>
      <dgm:t>
        <a:bodyPr/>
        <a:lstStyle/>
        <a:p>
          <a:r>
            <a:rPr lang="fr-FR" sz="1200" dirty="0"/>
            <a:t>CC7</a:t>
          </a:r>
        </a:p>
      </dgm:t>
    </dgm:pt>
    <dgm:pt modelId="{B22301F7-F63D-445C-B684-AD79BC616DF6}" type="parTrans" cxnId="{00E65EB1-44A8-4AB6-89E1-F5247F033AF1}">
      <dgm:prSet/>
      <dgm:spPr/>
      <dgm:t>
        <a:bodyPr/>
        <a:lstStyle/>
        <a:p>
          <a:endParaRPr lang="fr-FR"/>
        </a:p>
      </dgm:t>
    </dgm:pt>
    <dgm:pt modelId="{14DC4D2D-A904-4027-9160-6AD9C7A6D5BA}" type="sibTrans" cxnId="{00E65EB1-44A8-4AB6-89E1-F5247F033AF1}">
      <dgm:prSet/>
      <dgm:spPr/>
      <dgm:t>
        <a:bodyPr/>
        <a:lstStyle/>
        <a:p>
          <a:endParaRPr lang="fr-FR"/>
        </a:p>
      </dgm:t>
    </dgm:pt>
    <dgm:pt modelId="{52BF4CBD-C9D5-42DC-B7B8-E29452EA346E}" type="pres">
      <dgm:prSet presAssocID="{E3C7BC51-E827-446A-A89A-A38BAEED6865}" presName="linearFlow" presStyleCnt="0">
        <dgm:presLayoutVars>
          <dgm:resizeHandles val="exact"/>
        </dgm:presLayoutVars>
      </dgm:prSet>
      <dgm:spPr/>
    </dgm:pt>
    <dgm:pt modelId="{53AF9440-EA01-4658-B5A3-B4237F034934}" type="pres">
      <dgm:prSet presAssocID="{15F58521-8D0F-45C8-A666-A473A2D1CDA9}" presName="node" presStyleLbl="node1" presStyleIdx="0" presStyleCnt="4">
        <dgm:presLayoutVars>
          <dgm:bulletEnabled val="1"/>
        </dgm:presLayoutVars>
      </dgm:prSet>
      <dgm:spPr/>
    </dgm:pt>
    <dgm:pt modelId="{BA8D26F4-FF8C-4DEC-BA35-FC69A767BBF8}" type="pres">
      <dgm:prSet presAssocID="{A83E5570-EC80-402C-8A23-BF819414AC67}" presName="sibTrans" presStyleLbl="sibTrans2D1" presStyleIdx="0" presStyleCnt="3"/>
      <dgm:spPr/>
    </dgm:pt>
    <dgm:pt modelId="{26FBF57D-2294-4A87-8F2B-CDFD46BCA421}" type="pres">
      <dgm:prSet presAssocID="{A83E5570-EC80-402C-8A23-BF819414AC67}" presName="connectorText" presStyleLbl="sibTrans2D1" presStyleIdx="0" presStyleCnt="3"/>
      <dgm:spPr/>
    </dgm:pt>
    <dgm:pt modelId="{7BF4AD38-F259-43AC-B49D-07544EFE3CDD}" type="pres">
      <dgm:prSet presAssocID="{44981C4E-4DA1-4D9D-8649-2A3AEA5C2D8A}" presName="node" presStyleLbl="node1" presStyleIdx="1" presStyleCnt="4">
        <dgm:presLayoutVars>
          <dgm:bulletEnabled val="1"/>
        </dgm:presLayoutVars>
      </dgm:prSet>
      <dgm:spPr/>
    </dgm:pt>
    <dgm:pt modelId="{06B2343D-FFC8-4E47-8C1E-44FB6597D860}" type="pres">
      <dgm:prSet presAssocID="{FF54BCA0-5ACE-4FD8-A39B-EA5392B7CF43}" presName="sibTrans" presStyleLbl="sibTrans2D1" presStyleIdx="1" presStyleCnt="3"/>
      <dgm:spPr/>
    </dgm:pt>
    <dgm:pt modelId="{13BB1454-7385-408C-8942-4D71C7E90837}" type="pres">
      <dgm:prSet presAssocID="{FF54BCA0-5ACE-4FD8-A39B-EA5392B7CF43}" presName="connectorText" presStyleLbl="sibTrans2D1" presStyleIdx="1" presStyleCnt="3"/>
      <dgm:spPr/>
    </dgm:pt>
    <dgm:pt modelId="{EC899FB8-55F6-4800-9A66-173715180EC4}" type="pres">
      <dgm:prSet presAssocID="{F5552DA6-1500-4D6F-92BF-383516519103}" presName="node" presStyleLbl="node1" presStyleIdx="2" presStyleCnt="4">
        <dgm:presLayoutVars>
          <dgm:bulletEnabled val="1"/>
        </dgm:presLayoutVars>
      </dgm:prSet>
      <dgm:spPr/>
    </dgm:pt>
    <dgm:pt modelId="{56B2B297-A56F-4FF0-9CF0-8D3A04093D72}" type="pres">
      <dgm:prSet presAssocID="{17245C9E-986C-4612-B703-C50656C4619E}" presName="sibTrans" presStyleLbl="sibTrans2D1" presStyleIdx="2" presStyleCnt="3"/>
      <dgm:spPr/>
    </dgm:pt>
    <dgm:pt modelId="{2E4ECA0D-FDBF-44B7-97F2-3314B8147D2A}" type="pres">
      <dgm:prSet presAssocID="{17245C9E-986C-4612-B703-C50656C4619E}" presName="connectorText" presStyleLbl="sibTrans2D1" presStyleIdx="2" presStyleCnt="3"/>
      <dgm:spPr/>
    </dgm:pt>
    <dgm:pt modelId="{517AC3F0-DA60-4449-99FF-9E2599B7124F}" type="pres">
      <dgm:prSet presAssocID="{49F9C41E-E66E-410E-86A0-6FFFD0FE4172}" presName="node" presStyleLbl="node1" presStyleIdx="3" presStyleCnt="4">
        <dgm:presLayoutVars>
          <dgm:bulletEnabled val="1"/>
        </dgm:presLayoutVars>
      </dgm:prSet>
      <dgm:spPr/>
    </dgm:pt>
  </dgm:ptLst>
  <dgm:cxnLst>
    <dgm:cxn modelId="{1729D305-4AC0-4A48-8F62-F43B2477E5EB}" srcId="{E3C7BC51-E827-446A-A89A-A38BAEED6865}" destId="{F5552DA6-1500-4D6F-92BF-383516519103}" srcOrd="2" destOrd="0" parTransId="{36DE3400-FC88-41A9-A562-2D34EED43C62}" sibTransId="{17245C9E-986C-4612-B703-C50656C4619E}"/>
    <dgm:cxn modelId="{F6285816-E944-4E35-A4B9-BA9A4228E70A}" type="presOf" srcId="{FF54BCA0-5ACE-4FD8-A39B-EA5392B7CF43}" destId="{06B2343D-FFC8-4E47-8C1E-44FB6597D860}" srcOrd="0" destOrd="0" presId="urn:microsoft.com/office/officeart/2005/8/layout/process2"/>
    <dgm:cxn modelId="{CDECE32F-912A-4522-9493-8A1BA46C6A1B}" type="presOf" srcId="{E3C7BC51-E827-446A-A89A-A38BAEED6865}" destId="{52BF4CBD-C9D5-42DC-B7B8-E29452EA346E}" srcOrd="0" destOrd="0" presId="urn:microsoft.com/office/officeart/2005/8/layout/process2"/>
    <dgm:cxn modelId="{53EFF55D-56A4-4AAA-9F19-66ED8516AC5B}" type="presOf" srcId="{17245C9E-986C-4612-B703-C50656C4619E}" destId="{2E4ECA0D-FDBF-44B7-97F2-3314B8147D2A}" srcOrd="1" destOrd="0" presId="urn:microsoft.com/office/officeart/2005/8/layout/process2"/>
    <dgm:cxn modelId="{15C90065-9CDF-4082-B0AA-A1524A3C07A6}" type="presOf" srcId="{A83E5570-EC80-402C-8A23-BF819414AC67}" destId="{26FBF57D-2294-4A87-8F2B-CDFD46BCA421}" srcOrd="1" destOrd="0" presId="urn:microsoft.com/office/officeart/2005/8/layout/process2"/>
    <dgm:cxn modelId="{37D3264C-62C7-4E8A-98B9-167D4AC5D662}" srcId="{E3C7BC51-E827-446A-A89A-A38BAEED6865}" destId="{44981C4E-4DA1-4D9D-8649-2A3AEA5C2D8A}" srcOrd="1" destOrd="0" parTransId="{09FC275C-35A5-4C8F-9C26-9A2089B3E4C8}" sibTransId="{FF54BCA0-5ACE-4FD8-A39B-EA5392B7CF43}"/>
    <dgm:cxn modelId="{2FC2C44E-D625-4752-829A-78B41628BA0E}" type="presOf" srcId="{17245C9E-986C-4612-B703-C50656C4619E}" destId="{56B2B297-A56F-4FF0-9CF0-8D3A04093D72}" srcOrd="0" destOrd="0" presId="urn:microsoft.com/office/officeart/2005/8/layout/process2"/>
    <dgm:cxn modelId="{28F65972-E978-43A5-AC23-DE8658DFD9ED}" type="presOf" srcId="{44981C4E-4DA1-4D9D-8649-2A3AEA5C2D8A}" destId="{7BF4AD38-F259-43AC-B49D-07544EFE3CDD}" srcOrd="0" destOrd="0" presId="urn:microsoft.com/office/officeart/2005/8/layout/process2"/>
    <dgm:cxn modelId="{7A7CC59E-6535-4D2E-98CF-A6DDC3F2C908}" type="presOf" srcId="{15F58521-8D0F-45C8-A666-A473A2D1CDA9}" destId="{53AF9440-EA01-4658-B5A3-B4237F034934}" srcOrd="0" destOrd="0" presId="urn:microsoft.com/office/officeart/2005/8/layout/process2"/>
    <dgm:cxn modelId="{CDD3FFAE-BD85-48CF-A677-947E54946D0D}" type="presOf" srcId="{49F9C41E-E66E-410E-86A0-6FFFD0FE4172}" destId="{517AC3F0-DA60-4449-99FF-9E2599B7124F}" srcOrd="0" destOrd="0" presId="urn:microsoft.com/office/officeart/2005/8/layout/process2"/>
    <dgm:cxn modelId="{00E65EB1-44A8-4AB6-89E1-F5247F033AF1}" srcId="{E3C7BC51-E827-446A-A89A-A38BAEED6865}" destId="{49F9C41E-E66E-410E-86A0-6FFFD0FE4172}" srcOrd="3" destOrd="0" parTransId="{B22301F7-F63D-445C-B684-AD79BC616DF6}" sibTransId="{14DC4D2D-A904-4027-9160-6AD9C7A6D5BA}"/>
    <dgm:cxn modelId="{ECD77FBF-A30D-44D6-B401-BE1BA0780D66}" type="presOf" srcId="{F5552DA6-1500-4D6F-92BF-383516519103}" destId="{EC899FB8-55F6-4800-9A66-173715180EC4}" srcOrd="0" destOrd="0" presId="urn:microsoft.com/office/officeart/2005/8/layout/process2"/>
    <dgm:cxn modelId="{992D34C5-0AE6-4CBA-8CE6-32DD90C5F95E}" type="presOf" srcId="{A83E5570-EC80-402C-8A23-BF819414AC67}" destId="{BA8D26F4-FF8C-4DEC-BA35-FC69A767BBF8}" srcOrd="0" destOrd="0" presId="urn:microsoft.com/office/officeart/2005/8/layout/process2"/>
    <dgm:cxn modelId="{5F80D7EB-66B4-4997-BBB6-986B1C5048C0}" srcId="{E3C7BC51-E827-446A-A89A-A38BAEED6865}" destId="{15F58521-8D0F-45C8-A666-A473A2D1CDA9}" srcOrd="0" destOrd="0" parTransId="{1236037D-B055-4878-BFBB-73C665F8064C}" sibTransId="{A83E5570-EC80-402C-8A23-BF819414AC67}"/>
    <dgm:cxn modelId="{26B4E3FE-7D9F-4376-9A39-9FB8A278323D}" type="presOf" srcId="{FF54BCA0-5ACE-4FD8-A39B-EA5392B7CF43}" destId="{13BB1454-7385-408C-8942-4D71C7E90837}" srcOrd="1" destOrd="0" presId="urn:microsoft.com/office/officeart/2005/8/layout/process2"/>
    <dgm:cxn modelId="{475D4CD4-C44F-482D-B9E9-AF63F61EE52D}" type="presParOf" srcId="{52BF4CBD-C9D5-42DC-B7B8-E29452EA346E}" destId="{53AF9440-EA01-4658-B5A3-B4237F034934}" srcOrd="0" destOrd="0" presId="urn:microsoft.com/office/officeart/2005/8/layout/process2"/>
    <dgm:cxn modelId="{3E0711B3-1899-4847-A5AD-35128AA70F80}" type="presParOf" srcId="{52BF4CBD-C9D5-42DC-B7B8-E29452EA346E}" destId="{BA8D26F4-FF8C-4DEC-BA35-FC69A767BBF8}" srcOrd="1" destOrd="0" presId="urn:microsoft.com/office/officeart/2005/8/layout/process2"/>
    <dgm:cxn modelId="{677DEEAE-4F7A-4C87-B704-9BA87E156ECB}" type="presParOf" srcId="{BA8D26F4-FF8C-4DEC-BA35-FC69A767BBF8}" destId="{26FBF57D-2294-4A87-8F2B-CDFD46BCA421}" srcOrd="0" destOrd="0" presId="urn:microsoft.com/office/officeart/2005/8/layout/process2"/>
    <dgm:cxn modelId="{418FE909-C26E-419C-BAE3-635E3833EA47}" type="presParOf" srcId="{52BF4CBD-C9D5-42DC-B7B8-E29452EA346E}" destId="{7BF4AD38-F259-43AC-B49D-07544EFE3CDD}" srcOrd="2" destOrd="0" presId="urn:microsoft.com/office/officeart/2005/8/layout/process2"/>
    <dgm:cxn modelId="{1BC5390B-7908-4E50-815A-C81AEF64FDFD}" type="presParOf" srcId="{52BF4CBD-C9D5-42DC-B7B8-E29452EA346E}" destId="{06B2343D-FFC8-4E47-8C1E-44FB6597D860}" srcOrd="3" destOrd="0" presId="urn:microsoft.com/office/officeart/2005/8/layout/process2"/>
    <dgm:cxn modelId="{7F1D0155-030A-47E4-A3CD-7E09FA7EFB3C}" type="presParOf" srcId="{06B2343D-FFC8-4E47-8C1E-44FB6597D860}" destId="{13BB1454-7385-408C-8942-4D71C7E90837}" srcOrd="0" destOrd="0" presId="urn:microsoft.com/office/officeart/2005/8/layout/process2"/>
    <dgm:cxn modelId="{CE136A77-E9EA-4ABA-9B25-8B9F959A98A6}" type="presParOf" srcId="{52BF4CBD-C9D5-42DC-B7B8-E29452EA346E}" destId="{EC899FB8-55F6-4800-9A66-173715180EC4}" srcOrd="4" destOrd="0" presId="urn:microsoft.com/office/officeart/2005/8/layout/process2"/>
    <dgm:cxn modelId="{C83485B2-3748-4010-9828-94E0A973850B}" type="presParOf" srcId="{52BF4CBD-C9D5-42DC-B7B8-E29452EA346E}" destId="{56B2B297-A56F-4FF0-9CF0-8D3A04093D72}" srcOrd="5" destOrd="0" presId="urn:microsoft.com/office/officeart/2005/8/layout/process2"/>
    <dgm:cxn modelId="{74A7B03E-4532-4264-B16C-6D0B30844375}" type="presParOf" srcId="{56B2B297-A56F-4FF0-9CF0-8D3A04093D72}" destId="{2E4ECA0D-FDBF-44B7-97F2-3314B8147D2A}" srcOrd="0" destOrd="0" presId="urn:microsoft.com/office/officeart/2005/8/layout/process2"/>
    <dgm:cxn modelId="{2A1EBC9D-6364-422B-B310-9685FA341115}" type="presParOf" srcId="{52BF4CBD-C9D5-42DC-B7B8-E29452EA346E}" destId="{517AC3F0-DA60-4449-99FF-9E2599B7124F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AAFD40B2-1947-46F1-B449-66A5D77D5AA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DAA7F4A-E83A-4018-B2FF-9455EBA226C4}">
      <dgm:prSet phldrT="[Texte]"/>
      <dgm:spPr/>
      <dgm:t>
        <a:bodyPr/>
        <a:lstStyle/>
        <a:p>
          <a:r>
            <a:rPr lang="fr-FR" dirty="0" err="1"/>
            <a:t>Two</a:t>
          </a:r>
          <a:r>
            <a:rPr lang="fr-FR" dirty="0"/>
            <a:t> groups (</a:t>
          </a:r>
          <a:r>
            <a:rPr lang="fr-FR" dirty="0" err="1"/>
            <a:t>old</a:t>
          </a:r>
          <a:r>
            <a:rPr lang="fr-FR" dirty="0"/>
            <a:t> vs </a:t>
          </a:r>
          <a:r>
            <a:rPr lang="fr-FR" dirty="0" err="1"/>
            <a:t>young</a:t>
          </a:r>
          <a:r>
            <a:rPr lang="fr-FR" dirty="0"/>
            <a:t>)</a:t>
          </a:r>
        </a:p>
      </dgm:t>
    </dgm:pt>
    <dgm:pt modelId="{2609BED4-F793-46A8-9F0D-C85503A3CC60}" type="parTrans" cxnId="{AF792E2A-2DE1-46F7-B1D9-AEC3CECEBFF1}">
      <dgm:prSet/>
      <dgm:spPr/>
      <dgm:t>
        <a:bodyPr/>
        <a:lstStyle/>
        <a:p>
          <a:endParaRPr lang="fr-FR"/>
        </a:p>
      </dgm:t>
    </dgm:pt>
    <dgm:pt modelId="{A9F04D3E-5193-4CD5-BA33-2511D4C2DB89}" type="sibTrans" cxnId="{AF792E2A-2DE1-46F7-B1D9-AEC3CECEBFF1}">
      <dgm:prSet/>
      <dgm:spPr/>
      <dgm:t>
        <a:bodyPr/>
        <a:lstStyle/>
        <a:p>
          <a:endParaRPr lang="fr-FR"/>
        </a:p>
      </dgm:t>
    </dgm:pt>
    <dgm:pt modelId="{8181CF04-4AF6-4E9F-9294-7E42E71CF5E5}">
      <dgm:prSet phldrT="[Texte]"/>
      <dgm:spPr/>
      <dgm:t>
        <a:bodyPr/>
        <a:lstStyle/>
        <a:p>
          <a:r>
            <a:rPr lang="fr-FR" dirty="0"/>
            <a:t>DTI</a:t>
          </a:r>
        </a:p>
      </dgm:t>
    </dgm:pt>
    <dgm:pt modelId="{0A23688F-395C-43D0-B2AA-5550E2D9C583}" type="parTrans" cxnId="{74FB669A-F7C8-44C2-AD18-3580A954850E}">
      <dgm:prSet/>
      <dgm:spPr/>
      <dgm:t>
        <a:bodyPr/>
        <a:lstStyle/>
        <a:p>
          <a:endParaRPr lang="fr-FR"/>
        </a:p>
      </dgm:t>
    </dgm:pt>
    <dgm:pt modelId="{41AF9045-BAF8-4168-AE4A-33DCC2E07C16}" type="sibTrans" cxnId="{74FB669A-F7C8-44C2-AD18-3580A954850E}">
      <dgm:prSet/>
      <dgm:spPr/>
      <dgm:t>
        <a:bodyPr/>
        <a:lstStyle/>
        <a:p>
          <a:endParaRPr lang="fr-FR"/>
        </a:p>
      </dgm:t>
    </dgm:pt>
    <dgm:pt modelId="{3A7F531A-FD93-47E0-A5E5-42667A4F9012}">
      <dgm:prSet phldrT="[Texte]"/>
      <dgm:spPr/>
      <dgm:t>
        <a:bodyPr/>
        <a:lstStyle/>
        <a:p>
          <a:r>
            <a:rPr lang="fr-FR" dirty="0" err="1"/>
            <a:t>Some</a:t>
          </a:r>
          <a:r>
            <a:rPr lang="fr-FR" dirty="0"/>
            <a:t> </a:t>
          </a:r>
          <a:r>
            <a:rPr lang="fr-FR" dirty="0" err="1"/>
            <a:t>anatomical</a:t>
          </a:r>
          <a:r>
            <a:rPr lang="fr-FR" dirty="0"/>
            <a:t> </a:t>
          </a:r>
          <a:r>
            <a:rPr lang="fr-FR" dirty="0" err="1"/>
            <a:t>differences</a:t>
          </a:r>
          <a:r>
            <a:rPr lang="fr-FR" dirty="0"/>
            <a:t> </a:t>
          </a:r>
          <a:r>
            <a:rPr lang="fr-FR" dirty="0" err="1"/>
            <a:t>between</a:t>
          </a:r>
          <a:r>
            <a:rPr lang="fr-FR" dirty="0"/>
            <a:t> groups</a:t>
          </a:r>
        </a:p>
      </dgm:t>
    </dgm:pt>
    <dgm:pt modelId="{EE0D63B0-73A8-4445-92CC-7C754F7EC848}" type="parTrans" cxnId="{220D3FB3-727A-418B-BD81-426D00B9D3DC}">
      <dgm:prSet/>
      <dgm:spPr/>
      <dgm:t>
        <a:bodyPr/>
        <a:lstStyle/>
        <a:p>
          <a:endParaRPr lang="fr-FR"/>
        </a:p>
      </dgm:t>
    </dgm:pt>
    <dgm:pt modelId="{A3E2C8AA-ABB8-4250-A46C-5705320857B4}" type="sibTrans" cxnId="{220D3FB3-727A-418B-BD81-426D00B9D3DC}">
      <dgm:prSet/>
      <dgm:spPr/>
      <dgm:t>
        <a:bodyPr/>
        <a:lstStyle/>
        <a:p>
          <a:endParaRPr lang="fr-FR"/>
        </a:p>
      </dgm:t>
    </dgm:pt>
    <dgm:pt modelId="{EF67A29A-EA0B-4BE8-A649-90D2E5180D34}">
      <dgm:prSet phldrT="[Texte]"/>
      <dgm:spPr/>
      <dgm:t>
        <a:bodyPr/>
        <a:lstStyle/>
        <a:p>
          <a:r>
            <a:rPr lang="fr-FR" dirty="0" err="1"/>
            <a:t>Aging</a:t>
          </a:r>
          <a:r>
            <a:rPr lang="fr-FR" dirty="0"/>
            <a:t> impacts </a:t>
          </a:r>
          <a:r>
            <a:rPr lang="fr-FR" dirty="0" err="1"/>
            <a:t>anatomy</a:t>
          </a:r>
          <a:r>
            <a:rPr lang="fr-FR" dirty="0"/>
            <a:t> / </a:t>
          </a:r>
          <a:r>
            <a:rPr lang="fr-FR" dirty="0" err="1"/>
            <a:t>Behavior</a:t>
          </a:r>
          <a:endParaRPr lang="fr-FR" dirty="0"/>
        </a:p>
      </dgm:t>
    </dgm:pt>
    <dgm:pt modelId="{329693EC-E421-4940-AC8A-A882182583CF}" type="parTrans" cxnId="{71D2E682-DBEA-4644-8652-28ADE42146F5}">
      <dgm:prSet/>
      <dgm:spPr/>
      <dgm:t>
        <a:bodyPr/>
        <a:lstStyle/>
        <a:p>
          <a:endParaRPr lang="fr-FR"/>
        </a:p>
      </dgm:t>
    </dgm:pt>
    <dgm:pt modelId="{18472722-C89B-4B00-BE14-E96583BDA80D}" type="sibTrans" cxnId="{71D2E682-DBEA-4644-8652-28ADE42146F5}">
      <dgm:prSet/>
      <dgm:spPr/>
      <dgm:t>
        <a:bodyPr/>
        <a:lstStyle/>
        <a:p>
          <a:endParaRPr lang="fr-FR"/>
        </a:p>
      </dgm:t>
    </dgm:pt>
    <dgm:pt modelId="{2B7880EF-BE07-4CC0-8470-08660FA0238B}" type="pres">
      <dgm:prSet presAssocID="{AAFD40B2-1947-46F1-B449-66A5D77D5AA7}" presName="Name0" presStyleCnt="0">
        <dgm:presLayoutVars>
          <dgm:dir/>
          <dgm:animLvl val="lvl"/>
          <dgm:resizeHandles val="exact"/>
        </dgm:presLayoutVars>
      </dgm:prSet>
      <dgm:spPr/>
    </dgm:pt>
    <dgm:pt modelId="{80316730-0A8C-4524-92AC-770ADB9BFD48}" type="pres">
      <dgm:prSet presAssocID="{4DAA7F4A-E83A-4018-B2FF-9455EBA226C4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B0728A-30CE-446D-A339-A35C0B7A5D11}" type="pres">
      <dgm:prSet presAssocID="{A9F04D3E-5193-4CD5-BA33-2511D4C2DB89}" presName="parTxOnlySpace" presStyleCnt="0"/>
      <dgm:spPr/>
    </dgm:pt>
    <dgm:pt modelId="{3ED45B51-9B47-4184-9DA3-595A31E56200}" type="pres">
      <dgm:prSet presAssocID="{8181CF04-4AF6-4E9F-9294-7E42E71CF5E5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63A1CB7-19EC-4390-A238-1CF7795AE8D2}" type="pres">
      <dgm:prSet presAssocID="{41AF9045-BAF8-4168-AE4A-33DCC2E07C16}" presName="parTxOnlySpace" presStyleCnt="0"/>
      <dgm:spPr/>
    </dgm:pt>
    <dgm:pt modelId="{F6E4FDD3-A81B-41F3-8487-D65355E79544}" type="pres">
      <dgm:prSet presAssocID="{3A7F531A-FD93-47E0-A5E5-42667A4F9012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C278E6-34EF-47EA-BD08-625B036B2ACF}" type="pres">
      <dgm:prSet presAssocID="{A3E2C8AA-ABB8-4250-A46C-5705320857B4}" presName="parTxOnlySpace" presStyleCnt="0"/>
      <dgm:spPr/>
    </dgm:pt>
    <dgm:pt modelId="{6C0AD079-01B6-4DE7-9C54-DF72236D2B93}" type="pres">
      <dgm:prSet presAssocID="{EF67A29A-EA0B-4BE8-A649-90D2E5180D34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4CE9E16-491E-4549-AABC-9DF8C55B46A7}" type="presOf" srcId="{8181CF04-4AF6-4E9F-9294-7E42E71CF5E5}" destId="{3ED45B51-9B47-4184-9DA3-595A31E56200}" srcOrd="0" destOrd="0" presId="urn:microsoft.com/office/officeart/2005/8/layout/chevron1"/>
    <dgm:cxn modelId="{73FEAD16-329C-4491-85CB-8D492402D1EE}" type="presOf" srcId="{4DAA7F4A-E83A-4018-B2FF-9455EBA226C4}" destId="{80316730-0A8C-4524-92AC-770ADB9BFD48}" srcOrd="0" destOrd="0" presId="urn:microsoft.com/office/officeart/2005/8/layout/chevron1"/>
    <dgm:cxn modelId="{AF792E2A-2DE1-46F7-B1D9-AEC3CECEBFF1}" srcId="{AAFD40B2-1947-46F1-B449-66A5D77D5AA7}" destId="{4DAA7F4A-E83A-4018-B2FF-9455EBA226C4}" srcOrd="0" destOrd="0" parTransId="{2609BED4-F793-46A8-9F0D-C85503A3CC60}" sibTransId="{A9F04D3E-5193-4CD5-BA33-2511D4C2DB89}"/>
    <dgm:cxn modelId="{98DCF37E-E035-4DC6-AFD7-A02205786337}" type="presOf" srcId="{AAFD40B2-1947-46F1-B449-66A5D77D5AA7}" destId="{2B7880EF-BE07-4CC0-8470-08660FA0238B}" srcOrd="0" destOrd="0" presId="urn:microsoft.com/office/officeart/2005/8/layout/chevron1"/>
    <dgm:cxn modelId="{71D2E682-DBEA-4644-8652-28ADE42146F5}" srcId="{AAFD40B2-1947-46F1-B449-66A5D77D5AA7}" destId="{EF67A29A-EA0B-4BE8-A649-90D2E5180D34}" srcOrd="3" destOrd="0" parTransId="{329693EC-E421-4940-AC8A-A882182583CF}" sibTransId="{18472722-C89B-4B00-BE14-E96583BDA80D}"/>
    <dgm:cxn modelId="{74FB669A-F7C8-44C2-AD18-3580A954850E}" srcId="{AAFD40B2-1947-46F1-B449-66A5D77D5AA7}" destId="{8181CF04-4AF6-4E9F-9294-7E42E71CF5E5}" srcOrd="1" destOrd="0" parTransId="{0A23688F-395C-43D0-B2AA-5550E2D9C583}" sibTransId="{41AF9045-BAF8-4168-AE4A-33DCC2E07C16}"/>
    <dgm:cxn modelId="{220D3FB3-727A-418B-BD81-426D00B9D3DC}" srcId="{AAFD40B2-1947-46F1-B449-66A5D77D5AA7}" destId="{3A7F531A-FD93-47E0-A5E5-42667A4F9012}" srcOrd="2" destOrd="0" parTransId="{EE0D63B0-73A8-4445-92CC-7C754F7EC848}" sibTransId="{A3E2C8AA-ABB8-4250-A46C-5705320857B4}"/>
    <dgm:cxn modelId="{10C328CA-C7E8-425C-877C-F0E4EE89AAC8}" type="presOf" srcId="{3A7F531A-FD93-47E0-A5E5-42667A4F9012}" destId="{F6E4FDD3-A81B-41F3-8487-D65355E79544}" srcOrd="0" destOrd="0" presId="urn:microsoft.com/office/officeart/2005/8/layout/chevron1"/>
    <dgm:cxn modelId="{511F00E7-3558-4C3B-A44F-A307D1EF5409}" type="presOf" srcId="{EF67A29A-EA0B-4BE8-A649-90D2E5180D34}" destId="{6C0AD079-01B6-4DE7-9C54-DF72236D2B93}" srcOrd="0" destOrd="0" presId="urn:microsoft.com/office/officeart/2005/8/layout/chevron1"/>
    <dgm:cxn modelId="{0A76EB5B-90D4-47C0-A0B0-FEFC476FB12B}" type="presParOf" srcId="{2B7880EF-BE07-4CC0-8470-08660FA0238B}" destId="{80316730-0A8C-4524-92AC-770ADB9BFD48}" srcOrd="0" destOrd="0" presId="urn:microsoft.com/office/officeart/2005/8/layout/chevron1"/>
    <dgm:cxn modelId="{CFF74990-9DDA-450F-8452-8E2CDCEAABBD}" type="presParOf" srcId="{2B7880EF-BE07-4CC0-8470-08660FA0238B}" destId="{44B0728A-30CE-446D-A339-A35C0B7A5D11}" srcOrd="1" destOrd="0" presId="urn:microsoft.com/office/officeart/2005/8/layout/chevron1"/>
    <dgm:cxn modelId="{45E7C0BF-2A94-4E9B-9BC9-DB00F1F26CDD}" type="presParOf" srcId="{2B7880EF-BE07-4CC0-8470-08660FA0238B}" destId="{3ED45B51-9B47-4184-9DA3-595A31E56200}" srcOrd="2" destOrd="0" presId="urn:microsoft.com/office/officeart/2005/8/layout/chevron1"/>
    <dgm:cxn modelId="{C9BA1BB3-1995-4AA2-84C4-18B8ABBD6F2B}" type="presParOf" srcId="{2B7880EF-BE07-4CC0-8470-08660FA0238B}" destId="{463A1CB7-19EC-4390-A238-1CF7795AE8D2}" srcOrd="3" destOrd="0" presId="urn:microsoft.com/office/officeart/2005/8/layout/chevron1"/>
    <dgm:cxn modelId="{76C301A7-6C59-477D-BBB1-41816C8224F0}" type="presParOf" srcId="{2B7880EF-BE07-4CC0-8470-08660FA0238B}" destId="{F6E4FDD3-A81B-41F3-8487-D65355E79544}" srcOrd="4" destOrd="0" presId="urn:microsoft.com/office/officeart/2005/8/layout/chevron1"/>
    <dgm:cxn modelId="{8040DCBB-5D34-4B9B-B88E-0E0EB9475ABC}" type="presParOf" srcId="{2B7880EF-BE07-4CC0-8470-08660FA0238B}" destId="{0EC278E6-34EF-47EA-BD08-625B036B2ACF}" srcOrd="5" destOrd="0" presId="urn:microsoft.com/office/officeart/2005/8/layout/chevron1"/>
    <dgm:cxn modelId="{B44E40D3-63FD-4A12-A330-60911FB3177D}" type="presParOf" srcId="{2B7880EF-BE07-4CC0-8470-08660FA0238B}" destId="{6C0AD079-01B6-4DE7-9C54-DF72236D2B9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AAFD40B2-1947-46F1-B449-66A5D77D5AA7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</dgm:pt>
    <dgm:pt modelId="{4DAA7F4A-E83A-4018-B2FF-9455EBA226C4}">
      <dgm:prSet phldrT="[Texte]" custT="1"/>
      <dgm:spPr/>
      <dgm:t>
        <a:bodyPr/>
        <a:lstStyle/>
        <a:p>
          <a:r>
            <a:rPr lang="fr-FR" sz="1200" dirty="0"/>
            <a:t>DTI data </a:t>
          </a:r>
          <a:r>
            <a:rPr lang="fr-FR" sz="1200" dirty="0" err="1"/>
            <a:t>from</a:t>
          </a:r>
          <a:r>
            <a:rPr lang="fr-FR" sz="1200" dirty="0"/>
            <a:t> 40 </a:t>
          </a:r>
          <a:r>
            <a:rPr lang="fr-FR" sz="1200" dirty="0" err="1"/>
            <a:t>subjects</a:t>
          </a:r>
          <a:r>
            <a:rPr lang="fr-FR" sz="1200" dirty="0"/>
            <a:t> of </a:t>
          </a:r>
          <a:r>
            <a:rPr lang="fr-FR" sz="1200" dirty="0" err="1"/>
            <a:t>different</a:t>
          </a:r>
          <a:r>
            <a:rPr lang="fr-FR" sz="1200" dirty="0"/>
            <a:t> </a:t>
          </a:r>
          <a:r>
            <a:rPr lang="fr-FR" sz="1200" dirty="0" err="1"/>
            <a:t>ages</a:t>
          </a:r>
          <a:endParaRPr lang="fr-FR" sz="1200" dirty="0"/>
        </a:p>
      </dgm:t>
    </dgm:pt>
    <dgm:pt modelId="{2609BED4-F793-46A8-9F0D-C85503A3CC60}" type="parTrans" cxnId="{AF792E2A-2DE1-46F7-B1D9-AEC3CECEBFF1}">
      <dgm:prSet/>
      <dgm:spPr/>
      <dgm:t>
        <a:bodyPr/>
        <a:lstStyle/>
        <a:p>
          <a:endParaRPr lang="fr-FR" sz="1200"/>
        </a:p>
      </dgm:t>
    </dgm:pt>
    <dgm:pt modelId="{A9F04D3E-5193-4CD5-BA33-2511D4C2DB89}" type="sibTrans" cxnId="{AF792E2A-2DE1-46F7-B1D9-AEC3CECEBFF1}">
      <dgm:prSet/>
      <dgm:spPr/>
      <dgm:t>
        <a:bodyPr/>
        <a:lstStyle/>
        <a:p>
          <a:endParaRPr lang="fr-FR" sz="1200"/>
        </a:p>
      </dgm:t>
    </dgm:pt>
    <dgm:pt modelId="{8181CF04-4AF6-4E9F-9294-7E42E71CF5E5}">
      <dgm:prSet phldrT="[Texte]" custT="1"/>
      <dgm:spPr/>
      <dgm:t>
        <a:bodyPr/>
        <a:lstStyle/>
        <a:p>
          <a:r>
            <a:rPr lang="fr-FR" sz="1200" dirty="0" err="1"/>
            <a:t>Different</a:t>
          </a:r>
          <a:r>
            <a:rPr lang="fr-FR" sz="1200" dirty="0"/>
            <a:t> pattern in DTI ?</a:t>
          </a:r>
        </a:p>
      </dgm:t>
    </dgm:pt>
    <dgm:pt modelId="{0A23688F-395C-43D0-B2AA-5550E2D9C583}" type="parTrans" cxnId="{74FB669A-F7C8-44C2-AD18-3580A954850E}">
      <dgm:prSet/>
      <dgm:spPr/>
      <dgm:t>
        <a:bodyPr/>
        <a:lstStyle/>
        <a:p>
          <a:endParaRPr lang="fr-FR" sz="1200"/>
        </a:p>
      </dgm:t>
    </dgm:pt>
    <dgm:pt modelId="{41AF9045-BAF8-4168-AE4A-33DCC2E07C16}" type="sibTrans" cxnId="{74FB669A-F7C8-44C2-AD18-3580A954850E}">
      <dgm:prSet/>
      <dgm:spPr/>
      <dgm:t>
        <a:bodyPr/>
        <a:lstStyle/>
        <a:p>
          <a:endParaRPr lang="fr-FR" sz="1200"/>
        </a:p>
      </dgm:t>
    </dgm:pt>
    <dgm:pt modelId="{3A7F531A-FD93-47E0-A5E5-42667A4F9012}">
      <dgm:prSet phldrT="[Texte]" custT="1"/>
      <dgm:spPr/>
      <dgm:t>
        <a:bodyPr/>
        <a:lstStyle/>
        <a:p>
          <a:r>
            <a:rPr lang="fr-FR" sz="1200" dirty="0" err="1"/>
            <a:t>Could</a:t>
          </a:r>
          <a:r>
            <a:rPr lang="fr-FR" sz="1200" dirty="0"/>
            <a:t> </a:t>
          </a:r>
          <a:r>
            <a:rPr lang="fr-FR" sz="1200" dirty="0" err="1"/>
            <a:t>these</a:t>
          </a:r>
          <a:r>
            <a:rPr lang="fr-FR" sz="1200" dirty="0"/>
            <a:t> clusters </a:t>
          </a:r>
          <a:r>
            <a:rPr lang="fr-FR" sz="1200" dirty="0" err="1"/>
            <a:t>predict</a:t>
          </a:r>
          <a:r>
            <a:rPr lang="fr-FR" sz="1200" dirty="0"/>
            <a:t>  </a:t>
          </a:r>
          <a:r>
            <a:rPr lang="fr-FR" sz="1200" dirty="0" err="1"/>
            <a:t>behavior</a:t>
          </a:r>
          <a:r>
            <a:rPr lang="fr-FR" sz="1200" dirty="0"/>
            <a:t> ?</a:t>
          </a:r>
        </a:p>
      </dgm:t>
    </dgm:pt>
    <dgm:pt modelId="{EE0D63B0-73A8-4445-92CC-7C754F7EC848}" type="parTrans" cxnId="{220D3FB3-727A-418B-BD81-426D00B9D3DC}">
      <dgm:prSet/>
      <dgm:spPr/>
      <dgm:t>
        <a:bodyPr/>
        <a:lstStyle/>
        <a:p>
          <a:endParaRPr lang="fr-FR" sz="1200"/>
        </a:p>
      </dgm:t>
    </dgm:pt>
    <dgm:pt modelId="{A3E2C8AA-ABB8-4250-A46C-5705320857B4}" type="sibTrans" cxnId="{220D3FB3-727A-418B-BD81-426D00B9D3DC}">
      <dgm:prSet/>
      <dgm:spPr/>
      <dgm:t>
        <a:bodyPr/>
        <a:lstStyle/>
        <a:p>
          <a:endParaRPr lang="fr-FR" sz="1200"/>
        </a:p>
      </dgm:t>
    </dgm:pt>
    <dgm:pt modelId="{2B7880EF-BE07-4CC0-8470-08660FA0238B}" type="pres">
      <dgm:prSet presAssocID="{AAFD40B2-1947-46F1-B449-66A5D77D5AA7}" presName="Name0" presStyleCnt="0">
        <dgm:presLayoutVars>
          <dgm:dir/>
          <dgm:animLvl val="lvl"/>
          <dgm:resizeHandles val="exact"/>
        </dgm:presLayoutVars>
      </dgm:prSet>
      <dgm:spPr/>
    </dgm:pt>
    <dgm:pt modelId="{80316730-0A8C-4524-92AC-770ADB9BFD48}" type="pres">
      <dgm:prSet presAssocID="{4DAA7F4A-E83A-4018-B2FF-9455EBA226C4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4B0728A-30CE-446D-A339-A35C0B7A5D11}" type="pres">
      <dgm:prSet presAssocID="{A9F04D3E-5193-4CD5-BA33-2511D4C2DB89}" presName="parTxOnlySpace" presStyleCnt="0"/>
      <dgm:spPr/>
    </dgm:pt>
    <dgm:pt modelId="{3ED45B51-9B47-4184-9DA3-595A31E56200}" type="pres">
      <dgm:prSet presAssocID="{8181CF04-4AF6-4E9F-9294-7E42E71CF5E5}" presName="parTxOnly" presStyleLbl="node1" presStyleIdx="1" presStyleCnt="3" custLinFactNeighborX="-10205">
        <dgm:presLayoutVars>
          <dgm:chMax val="0"/>
          <dgm:chPref val="0"/>
          <dgm:bulletEnabled val="1"/>
        </dgm:presLayoutVars>
      </dgm:prSet>
      <dgm:spPr/>
    </dgm:pt>
    <dgm:pt modelId="{463A1CB7-19EC-4390-A238-1CF7795AE8D2}" type="pres">
      <dgm:prSet presAssocID="{41AF9045-BAF8-4168-AE4A-33DCC2E07C16}" presName="parTxOnlySpace" presStyleCnt="0"/>
      <dgm:spPr/>
    </dgm:pt>
    <dgm:pt modelId="{F6E4FDD3-A81B-41F3-8487-D65355E79544}" type="pres">
      <dgm:prSet presAssocID="{3A7F531A-FD93-47E0-A5E5-42667A4F901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4CE9E16-491E-4549-AABC-9DF8C55B46A7}" type="presOf" srcId="{8181CF04-4AF6-4E9F-9294-7E42E71CF5E5}" destId="{3ED45B51-9B47-4184-9DA3-595A31E56200}" srcOrd="0" destOrd="0" presId="urn:microsoft.com/office/officeart/2005/8/layout/chevron1"/>
    <dgm:cxn modelId="{73FEAD16-329C-4491-85CB-8D492402D1EE}" type="presOf" srcId="{4DAA7F4A-E83A-4018-B2FF-9455EBA226C4}" destId="{80316730-0A8C-4524-92AC-770ADB9BFD48}" srcOrd="0" destOrd="0" presId="urn:microsoft.com/office/officeart/2005/8/layout/chevron1"/>
    <dgm:cxn modelId="{AF792E2A-2DE1-46F7-B1D9-AEC3CECEBFF1}" srcId="{AAFD40B2-1947-46F1-B449-66A5D77D5AA7}" destId="{4DAA7F4A-E83A-4018-B2FF-9455EBA226C4}" srcOrd="0" destOrd="0" parTransId="{2609BED4-F793-46A8-9F0D-C85503A3CC60}" sibTransId="{A9F04D3E-5193-4CD5-BA33-2511D4C2DB89}"/>
    <dgm:cxn modelId="{98DCF37E-E035-4DC6-AFD7-A02205786337}" type="presOf" srcId="{AAFD40B2-1947-46F1-B449-66A5D77D5AA7}" destId="{2B7880EF-BE07-4CC0-8470-08660FA0238B}" srcOrd="0" destOrd="0" presId="urn:microsoft.com/office/officeart/2005/8/layout/chevron1"/>
    <dgm:cxn modelId="{74FB669A-F7C8-44C2-AD18-3580A954850E}" srcId="{AAFD40B2-1947-46F1-B449-66A5D77D5AA7}" destId="{8181CF04-4AF6-4E9F-9294-7E42E71CF5E5}" srcOrd="1" destOrd="0" parTransId="{0A23688F-395C-43D0-B2AA-5550E2D9C583}" sibTransId="{41AF9045-BAF8-4168-AE4A-33DCC2E07C16}"/>
    <dgm:cxn modelId="{220D3FB3-727A-418B-BD81-426D00B9D3DC}" srcId="{AAFD40B2-1947-46F1-B449-66A5D77D5AA7}" destId="{3A7F531A-FD93-47E0-A5E5-42667A4F9012}" srcOrd="2" destOrd="0" parTransId="{EE0D63B0-73A8-4445-92CC-7C754F7EC848}" sibTransId="{A3E2C8AA-ABB8-4250-A46C-5705320857B4}"/>
    <dgm:cxn modelId="{10C328CA-C7E8-425C-877C-F0E4EE89AAC8}" type="presOf" srcId="{3A7F531A-FD93-47E0-A5E5-42667A4F9012}" destId="{F6E4FDD3-A81B-41F3-8487-D65355E79544}" srcOrd="0" destOrd="0" presId="urn:microsoft.com/office/officeart/2005/8/layout/chevron1"/>
    <dgm:cxn modelId="{0A76EB5B-90D4-47C0-A0B0-FEFC476FB12B}" type="presParOf" srcId="{2B7880EF-BE07-4CC0-8470-08660FA0238B}" destId="{80316730-0A8C-4524-92AC-770ADB9BFD48}" srcOrd="0" destOrd="0" presId="urn:microsoft.com/office/officeart/2005/8/layout/chevron1"/>
    <dgm:cxn modelId="{CFF74990-9DDA-450F-8452-8E2CDCEAABBD}" type="presParOf" srcId="{2B7880EF-BE07-4CC0-8470-08660FA0238B}" destId="{44B0728A-30CE-446D-A339-A35C0B7A5D11}" srcOrd="1" destOrd="0" presId="urn:microsoft.com/office/officeart/2005/8/layout/chevron1"/>
    <dgm:cxn modelId="{45E7C0BF-2A94-4E9B-9BC9-DB00F1F26CDD}" type="presParOf" srcId="{2B7880EF-BE07-4CC0-8470-08660FA0238B}" destId="{3ED45B51-9B47-4184-9DA3-595A31E56200}" srcOrd="2" destOrd="0" presId="urn:microsoft.com/office/officeart/2005/8/layout/chevron1"/>
    <dgm:cxn modelId="{C9BA1BB3-1995-4AA2-84C4-18B8ABBD6F2B}" type="presParOf" srcId="{2B7880EF-BE07-4CC0-8470-08660FA0238B}" destId="{463A1CB7-19EC-4390-A238-1CF7795AE8D2}" srcOrd="3" destOrd="0" presId="urn:microsoft.com/office/officeart/2005/8/layout/chevron1"/>
    <dgm:cxn modelId="{76C301A7-6C59-477D-BBB1-41816C8224F0}" type="presParOf" srcId="{2B7880EF-BE07-4CC0-8470-08660FA0238B}" destId="{F6E4FDD3-A81B-41F3-8487-D65355E79544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AAFD40B2-1947-46F1-B449-66A5D77D5AA7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</dgm:pt>
    <dgm:pt modelId="{4DAA7F4A-E83A-4018-B2FF-9455EBA226C4}">
      <dgm:prSet phldrT="[Texte]" custT="1"/>
      <dgm:spPr/>
      <dgm:t>
        <a:bodyPr/>
        <a:lstStyle/>
        <a:p>
          <a:r>
            <a:rPr lang="fr-FR" sz="1200" dirty="0" err="1"/>
            <a:t>Could</a:t>
          </a:r>
          <a:r>
            <a:rPr lang="fr-FR" sz="1200" dirty="0"/>
            <a:t> </a:t>
          </a:r>
          <a:r>
            <a:rPr lang="fr-FR" sz="1200" dirty="0" err="1"/>
            <a:t>these</a:t>
          </a:r>
          <a:r>
            <a:rPr lang="fr-FR" sz="1200" dirty="0"/>
            <a:t> clusters </a:t>
          </a:r>
          <a:r>
            <a:rPr lang="fr-FR" sz="1200" dirty="0" err="1"/>
            <a:t>predict</a:t>
          </a:r>
          <a:r>
            <a:rPr lang="fr-FR" sz="1200" dirty="0"/>
            <a:t>  </a:t>
          </a:r>
          <a:r>
            <a:rPr lang="fr-FR" sz="1200" dirty="0" err="1"/>
            <a:t>age</a:t>
          </a:r>
          <a:r>
            <a:rPr lang="fr-FR" sz="1200" dirty="0"/>
            <a:t> ?</a:t>
          </a:r>
        </a:p>
      </dgm:t>
    </dgm:pt>
    <dgm:pt modelId="{2609BED4-F793-46A8-9F0D-C85503A3CC60}" type="parTrans" cxnId="{AF792E2A-2DE1-46F7-B1D9-AEC3CECEBFF1}">
      <dgm:prSet/>
      <dgm:spPr/>
      <dgm:t>
        <a:bodyPr/>
        <a:lstStyle/>
        <a:p>
          <a:endParaRPr lang="fr-FR" sz="1200"/>
        </a:p>
      </dgm:t>
    </dgm:pt>
    <dgm:pt modelId="{A9F04D3E-5193-4CD5-BA33-2511D4C2DB89}" type="sibTrans" cxnId="{AF792E2A-2DE1-46F7-B1D9-AEC3CECEBFF1}">
      <dgm:prSet/>
      <dgm:spPr/>
      <dgm:t>
        <a:bodyPr/>
        <a:lstStyle/>
        <a:p>
          <a:endParaRPr lang="fr-FR" sz="1200"/>
        </a:p>
      </dgm:t>
    </dgm:pt>
    <dgm:pt modelId="{2B7880EF-BE07-4CC0-8470-08660FA0238B}" type="pres">
      <dgm:prSet presAssocID="{AAFD40B2-1947-46F1-B449-66A5D77D5AA7}" presName="Name0" presStyleCnt="0">
        <dgm:presLayoutVars>
          <dgm:dir/>
          <dgm:animLvl val="lvl"/>
          <dgm:resizeHandles val="exact"/>
        </dgm:presLayoutVars>
      </dgm:prSet>
      <dgm:spPr/>
    </dgm:pt>
    <dgm:pt modelId="{80316730-0A8C-4524-92AC-770ADB9BFD48}" type="pres">
      <dgm:prSet presAssocID="{4DAA7F4A-E83A-4018-B2FF-9455EBA226C4}" presName="parTxOnly" presStyleLbl="node1" presStyleIdx="0" presStyleCnt="1" custLinFactX="76931" custLinFactNeighborX="100000" custLinFactNeighborY="-9091">
        <dgm:presLayoutVars>
          <dgm:chMax val="0"/>
          <dgm:chPref val="0"/>
          <dgm:bulletEnabled val="1"/>
        </dgm:presLayoutVars>
      </dgm:prSet>
      <dgm:spPr/>
    </dgm:pt>
  </dgm:ptLst>
  <dgm:cxnLst>
    <dgm:cxn modelId="{73FEAD16-329C-4491-85CB-8D492402D1EE}" type="presOf" srcId="{4DAA7F4A-E83A-4018-B2FF-9455EBA226C4}" destId="{80316730-0A8C-4524-92AC-770ADB9BFD48}" srcOrd="0" destOrd="0" presId="urn:microsoft.com/office/officeart/2005/8/layout/chevron1"/>
    <dgm:cxn modelId="{AF792E2A-2DE1-46F7-B1D9-AEC3CECEBFF1}" srcId="{AAFD40B2-1947-46F1-B449-66A5D77D5AA7}" destId="{4DAA7F4A-E83A-4018-B2FF-9455EBA226C4}" srcOrd="0" destOrd="0" parTransId="{2609BED4-F793-46A8-9F0D-C85503A3CC60}" sibTransId="{A9F04D3E-5193-4CD5-BA33-2511D4C2DB89}"/>
    <dgm:cxn modelId="{98DCF37E-E035-4DC6-AFD7-A02205786337}" type="presOf" srcId="{AAFD40B2-1947-46F1-B449-66A5D77D5AA7}" destId="{2B7880EF-BE07-4CC0-8470-08660FA0238B}" srcOrd="0" destOrd="0" presId="urn:microsoft.com/office/officeart/2005/8/layout/chevron1"/>
    <dgm:cxn modelId="{0A76EB5B-90D4-47C0-A0B0-FEFC476FB12B}" type="presParOf" srcId="{2B7880EF-BE07-4CC0-8470-08660FA0238B}" destId="{80316730-0A8C-4524-92AC-770ADB9BFD48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16730-0A8C-4524-92AC-770ADB9BFD48}">
      <dsp:nvSpPr>
        <dsp:cNvPr id="0" name=""/>
        <dsp:cNvSpPr/>
      </dsp:nvSpPr>
      <dsp:spPr>
        <a:xfrm>
          <a:off x="3247" y="571914"/>
          <a:ext cx="1890262" cy="756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Two</a:t>
          </a:r>
          <a:r>
            <a:rPr lang="fr-FR" sz="1100" kern="1200" dirty="0"/>
            <a:t> groups (</a:t>
          </a:r>
          <a:r>
            <a:rPr lang="fr-FR" sz="1100" kern="1200" dirty="0" err="1"/>
            <a:t>old</a:t>
          </a:r>
          <a:r>
            <a:rPr lang="fr-FR" sz="1100" kern="1200" dirty="0"/>
            <a:t> vs </a:t>
          </a:r>
          <a:r>
            <a:rPr lang="fr-FR" sz="1100" kern="1200" dirty="0" err="1"/>
            <a:t>young</a:t>
          </a:r>
          <a:r>
            <a:rPr lang="fr-FR" sz="1100" kern="1200" dirty="0"/>
            <a:t>)</a:t>
          </a:r>
        </a:p>
      </dsp:txBody>
      <dsp:txXfrm>
        <a:off x="381299" y="571914"/>
        <a:ext cx="1134158" cy="756104"/>
      </dsp:txXfrm>
    </dsp:sp>
    <dsp:sp modelId="{3ED45B51-9B47-4184-9DA3-595A31E56200}">
      <dsp:nvSpPr>
        <dsp:cNvPr id="0" name=""/>
        <dsp:cNvSpPr/>
      </dsp:nvSpPr>
      <dsp:spPr>
        <a:xfrm>
          <a:off x="1704483" y="571914"/>
          <a:ext cx="1890262" cy="756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DTI</a:t>
          </a:r>
        </a:p>
      </dsp:txBody>
      <dsp:txXfrm>
        <a:off x="2082535" y="571914"/>
        <a:ext cx="1134158" cy="756104"/>
      </dsp:txXfrm>
    </dsp:sp>
    <dsp:sp modelId="{F6E4FDD3-A81B-41F3-8487-D65355E79544}">
      <dsp:nvSpPr>
        <dsp:cNvPr id="0" name=""/>
        <dsp:cNvSpPr/>
      </dsp:nvSpPr>
      <dsp:spPr>
        <a:xfrm>
          <a:off x="3405718" y="571914"/>
          <a:ext cx="1890262" cy="756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Some</a:t>
          </a:r>
          <a:r>
            <a:rPr lang="fr-FR" sz="1100" kern="1200" dirty="0"/>
            <a:t> </a:t>
          </a:r>
          <a:r>
            <a:rPr lang="fr-FR" sz="1100" kern="1200" dirty="0" err="1"/>
            <a:t>anatomical</a:t>
          </a:r>
          <a:r>
            <a:rPr lang="fr-FR" sz="1100" kern="1200" dirty="0"/>
            <a:t> </a:t>
          </a:r>
          <a:r>
            <a:rPr lang="fr-FR" sz="1100" kern="1200" dirty="0" err="1"/>
            <a:t>differences</a:t>
          </a:r>
          <a:r>
            <a:rPr lang="fr-FR" sz="1100" kern="1200" dirty="0"/>
            <a:t> </a:t>
          </a:r>
          <a:r>
            <a:rPr lang="fr-FR" sz="1100" kern="1200" dirty="0" err="1"/>
            <a:t>between</a:t>
          </a:r>
          <a:r>
            <a:rPr lang="fr-FR" sz="1100" kern="1200" dirty="0"/>
            <a:t> groups</a:t>
          </a:r>
        </a:p>
      </dsp:txBody>
      <dsp:txXfrm>
        <a:off x="3783770" y="571914"/>
        <a:ext cx="1134158" cy="756104"/>
      </dsp:txXfrm>
    </dsp:sp>
    <dsp:sp modelId="{6C0AD079-01B6-4DE7-9C54-DF72236D2B93}">
      <dsp:nvSpPr>
        <dsp:cNvPr id="0" name=""/>
        <dsp:cNvSpPr/>
      </dsp:nvSpPr>
      <dsp:spPr>
        <a:xfrm>
          <a:off x="5106954" y="571914"/>
          <a:ext cx="1890262" cy="7561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Aging</a:t>
          </a:r>
          <a:r>
            <a:rPr lang="fr-FR" sz="1100" kern="1200" dirty="0"/>
            <a:t> impacts </a:t>
          </a:r>
          <a:r>
            <a:rPr lang="fr-FR" sz="1100" kern="1200" dirty="0" err="1"/>
            <a:t>anatomy</a:t>
          </a:r>
          <a:r>
            <a:rPr lang="fr-FR" sz="1100" kern="1200" dirty="0"/>
            <a:t> / </a:t>
          </a:r>
          <a:r>
            <a:rPr lang="fr-FR" sz="1100" kern="1200" dirty="0" err="1"/>
            <a:t>Behavior</a:t>
          </a:r>
          <a:endParaRPr lang="fr-FR" sz="1100" kern="1200" dirty="0"/>
        </a:p>
      </dsp:txBody>
      <dsp:txXfrm>
        <a:off x="5485006" y="571914"/>
        <a:ext cx="1134158" cy="7561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16730-0A8C-4524-92AC-770ADB9BFD48}">
      <dsp:nvSpPr>
        <dsp:cNvPr id="0" name=""/>
        <dsp:cNvSpPr/>
      </dsp:nvSpPr>
      <dsp:spPr>
        <a:xfrm>
          <a:off x="2204" y="0"/>
          <a:ext cx="2685451" cy="853949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DTI data </a:t>
          </a:r>
          <a:r>
            <a:rPr lang="fr-FR" sz="1200" kern="1200" dirty="0" err="1"/>
            <a:t>from</a:t>
          </a:r>
          <a:r>
            <a:rPr lang="fr-FR" sz="1200" kern="1200" dirty="0"/>
            <a:t> 40 </a:t>
          </a:r>
          <a:r>
            <a:rPr lang="fr-FR" sz="1200" kern="1200" dirty="0" err="1"/>
            <a:t>subjects</a:t>
          </a:r>
          <a:r>
            <a:rPr lang="fr-FR" sz="1200" kern="1200" dirty="0"/>
            <a:t> of </a:t>
          </a:r>
          <a:r>
            <a:rPr lang="fr-FR" sz="1200" kern="1200" dirty="0" err="1"/>
            <a:t>different</a:t>
          </a:r>
          <a:r>
            <a:rPr lang="fr-FR" sz="1200" kern="1200" dirty="0"/>
            <a:t> </a:t>
          </a:r>
          <a:r>
            <a:rPr lang="fr-FR" sz="1200" kern="1200" dirty="0" err="1"/>
            <a:t>ages</a:t>
          </a:r>
          <a:endParaRPr lang="fr-FR" sz="1200" kern="1200" dirty="0"/>
        </a:p>
      </dsp:txBody>
      <dsp:txXfrm>
        <a:off x="429179" y="0"/>
        <a:ext cx="1831502" cy="853949"/>
      </dsp:txXfrm>
    </dsp:sp>
    <dsp:sp modelId="{3ED45B51-9B47-4184-9DA3-595A31E56200}">
      <dsp:nvSpPr>
        <dsp:cNvPr id="0" name=""/>
        <dsp:cNvSpPr/>
      </dsp:nvSpPr>
      <dsp:spPr>
        <a:xfrm>
          <a:off x="2391705" y="0"/>
          <a:ext cx="2685451" cy="853949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Different</a:t>
          </a:r>
          <a:r>
            <a:rPr lang="fr-FR" sz="1200" kern="1200" dirty="0"/>
            <a:t> pattern in DTI ?</a:t>
          </a:r>
        </a:p>
      </dsp:txBody>
      <dsp:txXfrm>
        <a:off x="2818680" y="0"/>
        <a:ext cx="1831502" cy="853949"/>
      </dsp:txXfrm>
    </dsp:sp>
    <dsp:sp modelId="{F6E4FDD3-A81B-41F3-8487-D65355E79544}">
      <dsp:nvSpPr>
        <dsp:cNvPr id="0" name=""/>
        <dsp:cNvSpPr/>
      </dsp:nvSpPr>
      <dsp:spPr>
        <a:xfrm>
          <a:off x="4836017" y="0"/>
          <a:ext cx="2685451" cy="853949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Could</a:t>
          </a:r>
          <a:r>
            <a:rPr lang="fr-FR" sz="1200" kern="1200" dirty="0"/>
            <a:t> </a:t>
          </a:r>
          <a:r>
            <a:rPr lang="fr-FR" sz="1200" kern="1200" dirty="0" err="1"/>
            <a:t>these</a:t>
          </a:r>
          <a:r>
            <a:rPr lang="fr-FR" sz="1200" kern="1200" dirty="0"/>
            <a:t> clusters </a:t>
          </a:r>
          <a:r>
            <a:rPr lang="fr-FR" sz="1200" kern="1200" dirty="0" err="1"/>
            <a:t>predict</a:t>
          </a:r>
          <a:r>
            <a:rPr lang="fr-FR" sz="1200" kern="1200" dirty="0"/>
            <a:t>  </a:t>
          </a:r>
          <a:r>
            <a:rPr lang="fr-FR" sz="1200" kern="1200" dirty="0" err="1"/>
            <a:t>behavior</a:t>
          </a:r>
          <a:r>
            <a:rPr lang="fr-FR" sz="1200" kern="1200" dirty="0"/>
            <a:t> ?</a:t>
          </a:r>
        </a:p>
      </dsp:txBody>
      <dsp:txXfrm>
        <a:off x="5262992" y="0"/>
        <a:ext cx="1831502" cy="8539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16730-0A8C-4524-92AC-770ADB9BFD48}">
      <dsp:nvSpPr>
        <dsp:cNvPr id="0" name=""/>
        <dsp:cNvSpPr/>
      </dsp:nvSpPr>
      <dsp:spPr>
        <a:xfrm>
          <a:off x="2655" y="0"/>
          <a:ext cx="2716321" cy="853949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Could</a:t>
          </a:r>
          <a:r>
            <a:rPr lang="fr-FR" sz="1200" kern="1200" dirty="0"/>
            <a:t> </a:t>
          </a:r>
          <a:r>
            <a:rPr lang="fr-FR" sz="1200" kern="1200" dirty="0" err="1"/>
            <a:t>these</a:t>
          </a:r>
          <a:r>
            <a:rPr lang="fr-FR" sz="1200" kern="1200" dirty="0"/>
            <a:t> clusters </a:t>
          </a:r>
          <a:r>
            <a:rPr lang="fr-FR" sz="1200" kern="1200" dirty="0" err="1"/>
            <a:t>predict</a:t>
          </a:r>
          <a:r>
            <a:rPr lang="fr-FR" sz="1200" kern="1200" dirty="0"/>
            <a:t>  </a:t>
          </a:r>
          <a:r>
            <a:rPr lang="fr-FR" sz="1200" kern="1200" dirty="0" err="1"/>
            <a:t>age</a:t>
          </a:r>
          <a:r>
            <a:rPr lang="fr-FR" sz="1200" kern="1200" dirty="0"/>
            <a:t> ?</a:t>
          </a:r>
        </a:p>
      </dsp:txBody>
      <dsp:txXfrm>
        <a:off x="429630" y="0"/>
        <a:ext cx="1862372" cy="8539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Cleaning</a:t>
          </a:r>
          <a:r>
            <a:rPr lang="fr-FR" sz="1200" b="1" kern="1200" dirty="0"/>
            <a:t> / </a:t>
          </a:r>
          <a:r>
            <a:rPr lang="fr-FR" sz="1200" b="1" kern="1200" dirty="0" err="1"/>
            <a:t>Normalizing</a:t>
          </a:r>
          <a:r>
            <a:rPr lang="fr-FR" sz="1200" b="1" kern="1200" dirty="0"/>
            <a:t> / </a:t>
          </a:r>
          <a:r>
            <a:rPr lang="fr-FR" sz="1200" b="1" kern="1200" dirty="0" err="1"/>
            <a:t>Encoding</a:t>
          </a:r>
          <a:r>
            <a:rPr lang="fr-FR" sz="1200" b="1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Cleaning</a:t>
          </a:r>
          <a:r>
            <a:rPr lang="fr-FR" sz="1200" b="0" kern="1200" dirty="0"/>
            <a:t> / </a:t>
          </a:r>
          <a:r>
            <a:rPr lang="fr-FR" sz="1200" b="0" kern="1200" dirty="0" err="1"/>
            <a:t>Normalizing</a:t>
          </a:r>
          <a:r>
            <a:rPr lang="fr-FR" sz="1200" b="0" kern="1200" dirty="0"/>
            <a:t> / </a:t>
          </a:r>
          <a:r>
            <a:rPr lang="fr-FR" sz="1200" b="0" kern="1200" dirty="0" err="1"/>
            <a:t>Encoding</a:t>
          </a:r>
          <a:r>
            <a:rPr lang="fr-FR" sz="1200" b="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10F69-3268-4E8D-B186-C2E3934BE446}">
      <dsp:nvSpPr>
        <dsp:cNvPr id="0" name=""/>
        <dsp:cNvSpPr/>
      </dsp:nvSpPr>
      <dsp:spPr>
        <a:xfrm>
          <a:off x="39" y="1017826"/>
          <a:ext cx="3798093" cy="14134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166624" rIns="291592" bIns="16662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 err="1"/>
            <a:t>Supervised</a:t>
          </a:r>
          <a:r>
            <a:rPr lang="fr-FR" sz="4100" kern="1200" dirty="0"/>
            <a:t> </a:t>
          </a:r>
          <a:r>
            <a:rPr lang="fr-FR" sz="4100" kern="1200" dirty="0" err="1"/>
            <a:t>learning</a:t>
          </a:r>
          <a:endParaRPr lang="fr-FR" sz="4100" kern="1200" dirty="0"/>
        </a:p>
      </dsp:txBody>
      <dsp:txXfrm>
        <a:off x="39" y="1017826"/>
        <a:ext cx="3798093" cy="1413475"/>
      </dsp:txXfrm>
    </dsp:sp>
    <dsp:sp modelId="{F0A183B1-4ED8-4523-8EBF-42E02785D6D4}">
      <dsp:nvSpPr>
        <dsp:cNvPr id="0" name=""/>
        <dsp:cNvSpPr/>
      </dsp:nvSpPr>
      <dsp:spPr>
        <a:xfrm>
          <a:off x="39" y="2431302"/>
          <a:ext cx="3798093" cy="196953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predict</a:t>
          </a:r>
          <a:r>
            <a:rPr lang="fr-FR" sz="1800" kern="1200" dirty="0"/>
            <a:t> future </a:t>
          </a:r>
          <a:r>
            <a:rPr lang="fr-FR" sz="1800" kern="1200" dirty="0" err="1"/>
            <a:t>outcomes</a:t>
          </a:r>
          <a:r>
            <a:rPr lang="fr-FR" sz="1800" kern="1200" dirty="0"/>
            <a:t> </a:t>
          </a:r>
          <a:r>
            <a:rPr lang="fr-FR" sz="1800" kern="1200" dirty="0" err="1"/>
            <a:t>based</a:t>
          </a:r>
          <a:r>
            <a:rPr lang="fr-FR" sz="1800" kern="1200" dirty="0"/>
            <a:t> on </a:t>
          </a:r>
          <a:r>
            <a:rPr lang="fr-FR" sz="1800" kern="1200" dirty="0" err="1"/>
            <a:t>past</a:t>
          </a:r>
          <a:r>
            <a:rPr lang="fr-FR" sz="1800" kern="1200" dirty="0"/>
            <a:t> data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Requires</a:t>
          </a:r>
          <a:r>
            <a:rPr lang="fr-FR" sz="1800" kern="1200" dirty="0"/>
            <a:t> </a:t>
          </a:r>
          <a:r>
            <a:rPr lang="fr-FR" sz="1800" kern="1200" dirty="0" err="1"/>
            <a:t>both</a:t>
          </a:r>
          <a:r>
            <a:rPr lang="fr-FR" sz="1800" kern="1200" dirty="0"/>
            <a:t> an input and an output to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given</a:t>
          </a:r>
          <a:r>
            <a:rPr lang="fr-FR" sz="1800" kern="1200" dirty="0"/>
            <a:t> to the model for </a:t>
          </a:r>
          <a:r>
            <a:rPr lang="fr-FR" sz="1800" kern="1200" dirty="0" err="1"/>
            <a:t>it</a:t>
          </a:r>
          <a:r>
            <a:rPr lang="fr-FR" sz="1800" kern="1200" dirty="0"/>
            <a:t> to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trained</a:t>
          </a:r>
          <a:endParaRPr lang="fr-FR" sz="1800" kern="1200" dirty="0"/>
        </a:p>
      </dsp:txBody>
      <dsp:txXfrm>
        <a:off x="39" y="2431302"/>
        <a:ext cx="3798093" cy="1969537"/>
      </dsp:txXfrm>
    </dsp:sp>
    <dsp:sp modelId="{5E4EB855-724F-47AD-B37C-718F2A87937D}">
      <dsp:nvSpPr>
        <dsp:cNvPr id="0" name=""/>
        <dsp:cNvSpPr/>
      </dsp:nvSpPr>
      <dsp:spPr>
        <a:xfrm>
          <a:off x="4329866" y="1017826"/>
          <a:ext cx="3798093" cy="141347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166624" rIns="291592" bIns="16662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 err="1"/>
            <a:t>Unsupervised</a:t>
          </a:r>
          <a:r>
            <a:rPr lang="fr-FR" sz="4100" kern="1200" dirty="0"/>
            <a:t> </a:t>
          </a:r>
          <a:r>
            <a:rPr lang="fr-FR" sz="4100" kern="1200" dirty="0" err="1"/>
            <a:t>learning</a:t>
          </a:r>
          <a:endParaRPr lang="fr-FR" sz="4100" kern="1200" dirty="0"/>
        </a:p>
      </dsp:txBody>
      <dsp:txXfrm>
        <a:off x="4329866" y="1017826"/>
        <a:ext cx="3798093" cy="1413475"/>
      </dsp:txXfrm>
    </dsp:sp>
    <dsp:sp modelId="{E70588AF-D7D1-4A83-A797-8E082377FAE1}">
      <dsp:nvSpPr>
        <dsp:cNvPr id="0" name=""/>
        <dsp:cNvSpPr/>
      </dsp:nvSpPr>
      <dsp:spPr>
        <a:xfrm>
          <a:off x="4329866" y="2431302"/>
          <a:ext cx="3798093" cy="1969537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4329866" y="2431302"/>
        <a:ext cx="3798093" cy="19695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10F69-3268-4E8D-B186-C2E3934BE446}">
      <dsp:nvSpPr>
        <dsp:cNvPr id="0" name=""/>
        <dsp:cNvSpPr/>
      </dsp:nvSpPr>
      <dsp:spPr>
        <a:xfrm>
          <a:off x="0" y="758622"/>
          <a:ext cx="1976438" cy="761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 err="1"/>
            <a:t>Supervised</a:t>
          </a:r>
          <a:r>
            <a:rPr lang="fr-FR" sz="2200" kern="1200" dirty="0"/>
            <a:t> </a:t>
          </a:r>
          <a:r>
            <a:rPr lang="fr-FR" sz="2200" kern="1200" dirty="0" err="1"/>
            <a:t>learning</a:t>
          </a:r>
          <a:endParaRPr lang="fr-FR" sz="2200" kern="1200" dirty="0"/>
        </a:p>
      </dsp:txBody>
      <dsp:txXfrm>
        <a:off x="0" y="758622"/>
        <a:ext cx="1976438" cy="761142"/>
      </dsp:txXfrm>
    </dsp:sp>
    <dsp:sp modelId="{F0A183B1-4ED8-4523-8EBF-42E02785D6D4}">
      <dsp:nvSpPr>
        <dsp:cNvPr id="0" name=""/>
        <dsp:cNvSpPr/>
      </dsp:nvSpPr>
      <dsp:spPr>
        <a:xfrm>
          <a:off x="0" y="1519764"/>
          <a:ext cx="1976438" cy="31402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predict</a:t>
          </a:r>
          <a:r>
            <a:rPr lang="fr-FR" sz="1800" kern="1200" dirty="0"/>
            <a:t> future </a:t>
          </a:r>
          <a:r>
            <a:rPr lang="fr-FR" sz="1800" kern="1200" dirty="0" err="1"/>
            <a:t>outcomes</a:t>
          </a:r>
          <a:r>
            <a:rPr lang="fr-FR" sz="1800" kern="1200" dirty="0"/>
            <a:t> </a:t>
          </a:r>
          <a:r>
            <a:rPr lang="fr-FR" sz="1800" kern="1200" dirty="0" err="1"/>
            <a:t>based</a:t>
          </a:r>
          <a:r>
            <a:rPr lang="fr-FR" sz="1800" kern="1200" dirty="0"/>
            <a:t> on </a:t>
          </a:r>
          <a:r>
            <a:rPr lang="fr-FR" sz="1800" kern="1200" dirty="0" err="1"/>
            <a:t>past</a:t>
          </a:r>
          <a:r>
            <a:rPr lang="fr-FR" sz="1800" kern="1200" dirty="0"/>
            <a:t> data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Requires</a:t>
          </a:r>
          <a:r>
            <a:rPr lang="fr-FR" sz="1800" kern="1200" dirty="0"/>
            <a:t> </a:t>
          </a:r>
          <a:r>
            <a:rPr lang="fr-FR" sz="1800" kern="1200" dirty="0" err="1"/>
            <a:t>both</a:t>
          </a:r>
          <a:r>
            <a:rPr lang="fr-FR" sz="1800" kern="1200" dirty="0"/>
            <a:t> an input and an output to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given</a:t>
          </a:r>
          <a:r>
            <a:rPr lang="fr-FR" sz="1800" kern="1200" dirty="0"/>
            <a:t> to the model for </a:t>
          </a:r>
          <a:r>
            <a:rPr lang="fr-FR" sz="1800" kern="1200" dirty="0" err="1"/>
            <a:t>it</a:t>
          </a:r>
          <a:r>
            <a:rPr lang="fr-FR" sz="1800" kern="1200" dirty="0"/>
            <a:t> to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trained</a:t>
          </a:r>
          <a:endParaRPr lang="fr-FR" sz="1800" kern="1200" dirty="0"/>
        </a:p>
      </dsp:txBody>
      <dsp:txXfrm>
        <a:off x="0" y="1519764"/>
        <a:ext cx="1976438" cy="31402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10F69-3268-4E8D-B186-C2E3934BE446}">
      <dsp:nvSpPr>
        <dsp:cNvPr id="0" name=""/>
        <dsp:cNvSpPr/>
      </dsp:nvSpPr>
      <dsp:spPr>
        <a:xfrm>
          <a:off x="0" y="758622"/>
          <a:ext cx="1976438" cy="761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 err="1"/>
            <a:t>Supervised</a:t>
          </a:r>
          <a:r>
            <a:rPr lang="fr-FR" sz="2200" kern="1200" dirty="0"/>
            <a:t> </a:t>
          </a:r>
          <a:r>
            <a:rPr lang="fr-FR" sz="2200" kern="1200" dirty="0" err="1"/>
            <a:t>learning</a:t>
          </a:r>
          <a:endParaRPr lang="fr-FR" sz="2200" kern="1200" dirty="0"/>
        </a:p>
      </dsp:txBody>
      <dsp:txXfrm>
        <a:off x="0" y="758622"/>
        <a:ext cx="1976438" cy="761142"/>
      </dsp:txXfrm>
    </dsp:sp>
    <dsp:sp modelId="{F0A183B1-4ED8-4523-8EBF-42E02785D6D4}">
      <dsp:nvSpPr>
        <dsp:cNvPr id="0" name=""/>
        <dsp:cNvSpPr/>
      </dsp:nvSpPr>
      <dsp:spPr>
        <a:xfrm>
          <a:off x="0" y="1519764"/>
          <a:ext cx="1976438" cy="31402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predict</a:t>
          </a:r>
          <a:r>
            <a:rPr lang="fr-FR" sz="1800" kern="1200" dirty="0"/>
            <a:t> future </a:t>
          </a:r>
          <a:r>
            <a:rPr lang="fr-FR" sz="1800" kern="1200" dirty="0" err="1"/>
            <a:t>outcomes</a:t>
          </a:r>
          <a:r>
            <a:rPr lang="fr-FR" sz="1800" kern="1200" dirty="0"/>
            <a:t> </a:t>
          </a:r>
          <a:r>
            <a:rPr lang="fr-FR" sz="1800" kern="1200" dirty="0" err="1"/>
            <a:t>based</a:t>
          </a:r>
          <a:r>
            <a:rPr lang="fr-FR" sz="1800" kern="1200" dirty="0"/>
            <a:t> on </a:t>
          </a:r>
          <a:r>
            <a:rPr lang="fr-FR" sz="1800" kern="1200" dirty="0" err="1"/>
            <a:t>past</a:t>
          </a:r>
          <a:r>
            <a:rPr lang="fr-FR" sz="1800" kern="1200" dirty="0"/>
            <a:t> data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Requires</a:t>
          </a:r>
          <a:r>
            <a:rPr lang="fr-FR" sz="1800" kern="1200" dirty="0"/>
            <a:t> </a:t>
          </a:r>
          <a:r>
            <a:rPr lang="fr-FR" sz="1800" kern="1200" dirty="0" err="1"/>
            <a:t>both</a:t>
          </a:r>
          <a:r>
            <a:rPr lang="fr-FR" sz="1800" kern="1200" dirty="0"/>
            <a:t> an input and an output to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given</a:t>
          </a:r>
          <a:r>
            <a:rPr lang="fr-FR" sz="1800" kern="1200" dirty="0"/>
            <a:t> to the model for </a:t>
          </a:r>
          <a:r>
            <a:rPr lang="fr-FR" sz="1800" kern="1200" dirty="0" err="1"/>
            <a:t>it</a:t>
          </a:r>
          <a:r>
            <a:rPr lang="fr-FR" sz="1800" kern="1200" dirty="0"/>
            <a:t> to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trained</a:t>
          </a:r>
          <a:endParaRPr lang="fr-FR" sz="1800" kern="1200" dirty="0"/>
        </a:p>
      </dsp:txBody>
      <dsp:txXfrm>
        <a:off x="0" y="1519764"/>
        <a:ext cx="1976438" cy="31402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10F69-3268-4E8D-B186-C2E3934BE446}">
      <dsp:nvSpPr>
        <dsp:cNvPr id="0" name=""/>
        <dsp:cNvSpPr/>
      </dsp:nvSpPr>
      <dsp:spPr>
        <a:xfrm>
          <a:off x="0" y="758622"/>
          <a:ext cx="1976438" cy="761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 err="1"/>
            <a:t>Supervised</a:t>
          </a:r>
          <a:r>
            <a:rPr lang="fr-FR" sz="2200" kern="1200" dirty="0"/>
            <a:t> </a:t>
          </a:r>
          <a:r>
            <a:rPr lang="fr-FR" sz="2200" kern="1200" dirty="0" err="1"/>
            <a:t>learning</a:t>
          </a:r>
          <a:endParaRPr lang="fr-FR" sz="2200" kern="1200" dirty="0"/>
        </a:p>
      </dsp:txBody>
      <dsp:txXfrm>
        <a:off x="0" y="758622"/>
        <a:ext cx="1976438" cy="761142"/>
      </dsp:txXfrm>
    </dsp:sp>
    <dsp:sp modelId="{F0A183B1-4ED8-4523-8EBF-42E02785D6D4}">
      <dsp:nvSpPr>
        <dsp:cNvPr id="0" name=""/>
        <dsp:cNvSpPr/>
      </dsp:nvSpPr>
      <dsp:spPr>
        <a:xfrm>
          <a:off x="0" y="1519764"/>
          <a:ext cx="1976438" cy="31402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predict</a:t>
          </a:r>
          <a:r>
            <a:rPr lang="fr-FR" sz="1800" kern="1200" dirty="0"/>
            <a:t> future </a:t>
          </a:r>
          <a:r>
            <a:rPr lang="fr-FR" sz="1800" kern="1200" dirty="0" err="1"/>
            <a:t>outcomes</a:t>
          </a:r>
          <a:r>
            <a:rPr lang="fr-FR" sz="1800" kern="1200" dirty="0"/>
            <a:t> </a:t>
          </a:r>
          <a:r>
            <a:rPr lang="fr-FR" sz="1800" kern="1200" dirty="0" err="1"/>
            <a:t>based</a:t>
          </a:r>
          <a:r>
            <a:rPr lang="fr-FR" sz="1800" kern="1200" dirty="0"/>
            <a:t> on </a:t>
          </a:r>
          <a:r>
            <a:rPr lang="fr-FR" sz="1800" kern="1200" dirty="0" err="1"/>
            <a:t>past</a:t>
          </a:r>
          <a:r>
            <a:rPr lang="fr-FR" sz="1800" kern="1200" dirty="0"/>
            <a:t> data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Requires</a:t>
          </a:r>
          <a:r>
            <a:rPr lang="fr-FR" sz="1800" kern="1200" dirty="0"/>
            <a:t> </a:t>
          </a:r>
          <a:r>
            <a:rPr lang="fr-FR" sz="1800" kern="1200" dirty="0" err="1"/>
            <a:t>both</a:t>
          </a:r>
          <a:r>
            <a:rPr lang="fr-FR" sz="1800" kern="1200" dirty="0"/>
            <a:t> an input and an output to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given</a:t>
          </a:r>
          <a:r>
            <a:rPr lang="fr-FR" sz="1800" kern="1200" dirty="0"/>
            <a:t> to the model for </a:t>
          </a:r>
          <a:r>
            <a:rPr lang="fr-FR" sz="1800" kern="1200" dirty="0" err="1"/>
            <a:t>it</a:t>
          </a:r>
          <a:r>
            <a:rPr lang="fr-FR" sz="1800" kern="1200" dirty="0"/>
            <a:t> to </a:t>
          </a:r>
          <a:r>
            <a:rPr lang="fr-FR" sz="1800" kern="1200" dirty="0" err="1"/>
            <a:t>be</a:t>
          </a:r>
          <a:r>
            <a:rPr lang="fr-FR" sz="1800" kern="1200" dirty="0"/>
            <a:t> </a:t>
          </a:r>
          <a:r>
            <a:rPr lang="fr-FR" sz="1800" kern="1200" dirty="0" err="1"/>
            <a:t>trained</a:t>
          </a:r>
          <a:endParaRPr lang="fr-FR" sz="1800" kern="1200" dirty="0"/>
        </a:p>
      </dsp:txBody>
      <dsp:txXfrm>
        <a:off x="0" y="1519764"/>
        <a:ext cx="1976438" cy="31402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EB855-724F-47AD-B37C-718F2A87937D}">
      <dsp:nvSpPr>
        <dsp:cNvPr id="0" name=""/>
        <dsp:cNvSpPr/>
      </dsp:nvSpPr>
      <dsp:spPr>
        <a:xfrm>
          <a:off x="0" y="645448"/>
          <a:ext cx="1976438" cy="7267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Unsupervised</a:t>
          </a:r>
          <a:r>
            <a:rPr lang="fr-FR" sz="2100" kern="1200" dirty="0"/>
            <a:t> </a:t>
          </a:r>
          <a:r>
            <a:rPr lang="fr-FR" sz="2100" kern="1200" dirty="0" err="1"/>
            <a:t>learning</a:t>
          </a:r>
          <a:endParaRPr lang="fr-FR" sz="2100" kern="1200" dirty="0"/>
        </a:p>
      </dsp:txBody>
      <dsp:txXfrm>
        <a:off x="0" y="645448"/>
        <a:ext cx="1976438" cy="726714"/>
      </dsp:txXfrm>
    </dsp:sp>
    <dsp:sp modelId="{E70588AF-D7D1-4A83-A797-8E082377FAE1}">
      <dsp:nvSpPr>
        <dsp:cNvPr id="0" name=""/>
        <dsp:cNvSpPr/>
      </dsp:nvSpPr>
      <dsp:spPr>
        <a:xfrm>
          <a:off x="0" y="1372163"/>
          <a:ext cx="1976438" cy="340105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Systems</a:t>
          </a:r>
          <a:r>
            <a:rPr lang="fr-FR" sz="1800" kern="1200" dirty="0"/>
            <a:t> are able to </a:t>
          </a:r>
          <a:r>
            <a:rPr lang="fr-FR" sz="1800" kern="1200" dirty="0" err="1"/>
            <a:t>identify</a:t>
          </a:r>
          <a:r>
            <a:rPr lang="fr-FR" sz="1800" kern="1200" dirty="0"/>
            <a:t> </a:t>
          </a:r>
          <a:r>
            <a:rPr lang="fr-FR" sz="1800" kern="1200" dirty="0" err="1"/>
            <a:t>hidden</a:t>
          </a:r>
          <a:r>
            <a:rPr lang="fr-FR" sz="1800" kern="1200" dirty="0"/>
            <a:t> patterns </a:t>
          </a:r>
          <a:r>
            <a:rPr lang="fr-FR" sz="1800" kern="1200" dirty="0" err="1"/>
            <a:t>from</a:t>
          </a:r>
          <a:r>
            <a:rPr lang="fr-FR" sz="1800" kern="1200" dirty="0"/>
            <a:t> the input data </a:t>
          </a:r>
          <a:r>
            <a:rPr lang="fr-FR" sz="1800" kern="1200" dirty="0" err="1"/>
            <a:t>provided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By </a:t>
          </a:r>
          <a:r>
            <a:rPr lang="fr-FR" sz="1800" kern="1200" dirty="0" err="1"/>
            <a:t>making</a:t>
          </a:r>
          <a:r>
            <a:rPr lang="fr-FR" sz="1800" kern="1200" dirty="0"/>
            <a:t> the data more </a:t>
          </a:r>
          <a:r>
            <a:rPr lang="fr-FR" sz="1800" kern="1200" dirty="0" err="1"/>
            <a:t>readable</a:t>
          </a:r>
          <a:r>
            <a:rPr lang="fr-FR" sz="1800" kern="1200" dirty="0"/>
            <a:t> and </a:t>
          </a:r>
          <a:r>
            <a:rPr lang="fr-FR" sz="1800" kern="1200" dirty="0" err="1"/>
            <a:t>organized</a:t>
          </a:r>
          <a:r>
            <a:rPr lang="fr-FR" sz="1800" kern="1200" dirty="0"/>
            <a:t>, </a:t>
          </a:r>
          <a:r>
            <a:rPr lang="fr-FR" sz="1800" kern="1200" dirty="0" err="1"/>
            <a:t>similarities</a:t>
          </a:r>
          <a:r>
            <a:rPr lang="fr-FR" sz="1800" kern="1200" dirty="0"/>
            <a:t> or anomalies </a:t>
          </a:r>
          <a:r>
            <a:rPr lang="fr-FR" sz="1800" kern="1200" dirty="0" err="1"/>
            <a:t>become</a:t>
          </a:r>
          <a:r>
            <a:rPr lang="fr-FR" sz="1800" kern="1200" dirty="0"/>
            <a:t> more évident</a:t>
          </a:r>
        </a:p>
      </dsp:txBody>
      <dsp:txXfrm>
        <a:off x="0" y="1372163"/>
        <a:ext cx="1976438" cy="340105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978644" y="1644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996558" y="19558"/>
        <a:ext cx="2032252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978644" y="919092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and </a:t>
          </a:r>
          <a:r>
            <a:rPr lang="fr-FR" sz="1200" b="1" kern="1200" dirty="0" err="1"/>
            <a:t>Feature</a:t>
          </a:r>
          <a:r>
            <a:rPr lang="fr-FR" sz="1200" b="1" kern="1200" dirty="0"/>
            <a:t> </a:t>
          </a:r>
          <a:r>
            <a:rPr lang="fr-FR" sz="1200" b="1" kern="1200" dirty="0" err="1"/>
            <a:t>selection</a:t>
          </a:r>
          <a:r>
            <a:rPr lang="fr-FR" sz="1200" b="1" kern="1200" dirty="0"/>
            <a:t> </a:t>
          </a:r>
          <a:r>
            <a:rPr lang="fr-FR" sz="1200" b="1" kern="1200" dirty="0" err="1"/>
            <a:t>using</a:t>
          </a:r>
          <a:r>
            <a:rPr lang="fr-FR" sz="1200" b="1" kern="1200" dirty="0"/>
            <a:t> </a:t>
          </a:r>
          <a:r>
            <a:rPr lang="fr-FR" sz="1200" b="1" kern="1200" dirty="0" err="1"/>
            <a:t>Sequential</a:t>
          </a:r>
          <a:r>
            <a:rPr lang="fr-FR" sz="1200" b="1" kern="1200" dirty="0"/>
            <a:t> </a:t>
          </a:r>
          <a:r>
            <a:rPr lang="fr-FR" sz="1200" b="1" kern="1200" dirty="0" err="1"/>
            <a:t>Features</a:t>
          </a:r>
          <a:r>
            <a:rPr lang="fr-FR" sz="1200" b="1" kern="1200" dirty="0"/>
            <a:t> </a:t>
          </a:r>
          <a:r>
            <a:rPr lang="fr-FR" sz="1200" b="1" kern="1200" dirty="0" err="1"/>
            <a:t>Selector</a:t>
          </a:r>
          <a:endParaRPr lang="fr-FR" sz="1200" b="1" kern="1200" dirty="0"/>
        </a:p>
      </dsp:txBody>
      <dsp:txXfrm>
        <a:off x="996558" y="937006"/>
        <a:ext cx="2032252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978644" y="1836539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996558" y="1854453"/>
        <a:ext cx="2032252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978644" y="2753987"/>
          <a:ext cx="2068080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996558" y="2771901"/>
        <a:ext cx="2032252" cy="575803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Kmeans</a:t>
          </a:r>
          <a:r>
            <a:rPr lang="fr-FR" sz="1200" b="1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Visualization</a:t>
          </a:r>
          <a:r>
            <a:rPr lang="fr-FR" sz="1200" kern="1200" dirty="0"/>
            <a:t> of cluster for </a:t>
          </a:r>
          <a:r>
            <a:rPr lang="fr-FR" sz="1200" kern="1200" dirty="0" err="1"/>
            <a:t>each</a:t>
          </a:r>
          <a:r>
            <a:rPr lang="fr-FR" sz="1200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Visualization</a:t>
          </a:r>
          <a:r>
            <a:rPr lang="fr-FR" sz="1200" b="1" kern="1200" dirty="0"/>
            <a:t> of cluster for </a:t>
          </a:r>
          <a:r>
            <a:rPr lang="fr-FR" sz="1200" b="1" kern="1200" dirty="0" err="1"/>
            <a:t>each</a:t>
          </a:r>
          <a:r>
            <a:rPr lang="fr-FR" sz="1200" b="1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Visualization</a:t>
          </a:r>
          <a:r>
            <a:rPr lang="fr-FR" sz="1200" b="1" kern="1200" dirty="0"/>
            <a:t> of cluster for </a:t>
          </a:r>
          <a:r>
            <a:rPr lang="fr-FR" sz="1200" b="1" kern="1200" dirty="0" err="1"/>
            <a:t>each</a:t>
          </a:r>
          <a:r>
            <a:rPr lang="fr-FR" sz="1200" b="1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Visualization</a:t>
          </a:r>
          <a:r>
            <a:rPr lang="fr-FR" sz="1200" b="1" kern="1200" dirty="0"/>
            <a:t> of cluster for </a:t>
          </a:r>
          <a:r>
            <a:rPr lang="fr-FR" sz="1200" b="1" kern="1200" dirty="0" err="1"/>
            <a:t>each</a:t>
          </a:r>
          <a:r>
            <a:rPr lang="fr-FR" sz="1200" b="1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Visualization</a:t>
          </a:r>
          <a:r>
            <a:rPr lang="fr-FR" sz="1200" b="1" kern="1200" dirty="0"/>
            <a:t> of cluster for </a:t>
          </a:r>
          <a:r>
            <a:rPr lang="fr-FR" sz="1200" b="1" kern="1200" dirty="0" err="1"/>
            <a:t>each</a:t>
          </a:r>
          <a:r>
            <a:rPr lang="fr-FR" sz="1200" b="1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Visualization</a:t>
          </a:r>
          <a:r>
            <a:rPr lang="fr-FR" sz="1200" b="1" kern="1200" dirty="0"/>
            <a:t> of cluster for </a:t>
          </a:r>
          <a:r>
            <a:rPr lang="fr-FR" sz="1200" b="1" kern="1200" dirty="0" err="1"/>
            <a:t>each</a:t>
          </a:r>
          <a:r>
            <a:rPr lang="fr-FR" sz="1200" b="1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059FD-7FC0-49FC-B2FF-AC6131EB1BDE}">
      <dsp:nvSpPr>
        <dsp:cNvPr id="0" name=""/>
        <dsp:cNvSpPr/>
      </dsp:nvSpPr>
      <dsp:spPr>
        <a:xfrm>
          <a:off x="1062744" y="1644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Cleaning</a:t>
          </a:r>
          <a:r>
            <a:rPr lang="fr-FR" sz="1200" kern="1200" dirty="0"/>
            <a:t> / </a:t>
          </a:r>
          <a:r>
            <a:rPr lang="fr-FR" sz="1200" kern="1200" dirty="0" err="1"/>
            <a:t>Normalizing</a:t>
          </a:r>
          <a:r>
            <a:rPr lang="fr-FR" sz="1200" kern="1200" dirty="0"/>
            <a:t> / </a:t>
          </a:r>
          <a:r>
            <a:rPr lang="fr-FR" sz="1200" kern="1200" dirty="0" err="1"/>
            <a:t>Encoding</a:t>
          </a:r>
          <a:r>
            <a:rPr lang="fr-FR" sz="1200" kern="1200" dirty="0"/>
            <a:t>…</a:t>
          </a:r>
        </a:p>
      </dsp:txBody>
      <dsp:txXfrm>
        <a:off x="1080658" y="19558"/>
        <a:ext cx="1864053" cy="575803"/>
      </dsp:txXfrm>
    </dsp:sp>
    <dsp:sp modelId="{0AE50AE0-0B02-43D3-B3B8-C0232B5185EA}">
      <dsp:nvSpPr>
        <dsp:cNvPr id="0" name=""/>
        <dsp:cNvSpPr/>
      </dsp:nvSpPr>
      <dsp:spPr>
        <a:xfrm rot="5400000">
          <a:off x="1898004" y="628566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651502"/>
        <a:ext cx="165140" cy="160553"/>
      </dsp:txXfrm>
    </dsp:sp>
    <dsp:sp modelId="{72D1607F-80C5-4E0F-8292-BB3412FEE250}">
      <dsp:nvSpPr>
        <dsp:cNvPr id="0" name=""/>
        <dsp:cNvSpPr/>
      </dsp:nvSpPr>
      <dsp:spPr>
        <a:xfrm>
          <a:off x="1062744" y="919092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 err="1"/>
            <a:t>Kmeans</a:t>
          </a:r>
          <a:r>
            <a:rPr lang="fr-FR" sz="1200" b="0" kern="1200" dirty="0"/>
            <a:t> and </a:t>
          </a:r>
          <a:r>
            <a:rPr lang="fr-FR" sz="1200" b="0" kern="1200" dirty="0" err="1"/>
            <a:t>Feature</a:t>
          </a:r>
          <a:r>
            <a:rPr lang="fr-FR" sz="1200" b="0" kern="1200" dirty="0"/>
            <a:t> </a:t>
          </a:r>
          <a:r>
            <a:rPr lang="fr-FR" sz="1200" b="0" kern="1200" dirty="0" err="1"/>
            <a:t>selection</a:t>
          </a:r>
          <a:r>
            <a:rPr lang="fr-FR" sz="1200" b="0" kern="1200" dirty="0"/>
            <a:t> </a:t>
          </a:r>
          <a:r>
            <a:rPr lang="fr-FR" sz="1200" b="0" kern="1200" dirty="0" err="1"/>
            <a:t>using</a:t>
          </a:r>
          <a:r>
            <a:rPr lang="fr-FR" sz="1200" b="0" kern="1200" dirty="0"/>
            <a:t> </a:t>
          </a:r>
          <a:r>
            <a:rPr lang="fr-FR" sz="1200" b="0" kern="1200" dirty="0" err="1"/>
            <a:t>Sequential</a:t>
          </a:r>
          <a:r>
            <a:rPr lang="fr-FR" sz="1200" b="0" kern="1200" dirty="0"/>
            <a:t> </a:t>
          </a:r>
          <a:r>
            <a:rPr lang="fr-FR" sz="1200" b="0" kern="1200" dirty="0" err="1"/>
            <a:t>Features</a:t>
          </a:r>
          <a:r>
            <a:rPr lang="fr-FR" sz="1200" b="0" kern="1200" dirty="0"/>
            <a:t> </a:t>
          </a:r>
          <a:r>
            <a:rPr lang="fr-FR" sz="1200" b="0" kern="1200" dirty="0" err="1"/>
            <a:t>Selector</a:t>
          </a:r>
          <a:endParaRPr lang="fr-FR" sz="1200" b="0" kern="1200" dirty="0"/>
        </a:p>
      </dsp:txBody>
      <dsp:txXfrm>
        <a:off x="1080658" y="937006"/>
        <a:ext cx="1864053" cy="575803"/>
      </dsp:txXfrm>
    </dsp:sp>
    <dsp:sp modelId="{02FB131E-8720-45FB-980F-366256A5832D}">
      <dsp:nvSpPr>
        <dsp:cNvPr id="0" name=""/>
        <dsp:cNvSpPr/>
      </dsp:nvSpPr>
      <dsp:spPr>
        <a:xfrm rot="5400000">
          <a:off x="1898004" y="1546014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1568950"/>
        <a:ext cx="165140" cy="160553"/>
      </dsp:txXfrm>
    </dsp:sp>
    <dsp:sp modelId="{0224019E-7D99-45A9-9477-9706CF9CCE7F}">
      <dsp:nvSpPr>
        <dsp:cNvPr id="0" name=""/>
        <dsp:cNvSpPr/>
      </dsp:nvSpPr>
      <dsp:spPr>
        <a:xfrm>
          <a:off x="1062744" y="1836539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Kmeans</a:t>
          </a:r>
          <a:r>
            <a:rPr lang="fr-FR" sz="1200" kern="1200" dirty="0"/>
            <a:t> : the clusters</a:t>
          </a:r>
        </a:p>
      </dsp:txBody>
      <dsp:txXfrm>
        <a:off x="1080658" y="1854453"/>
        <a:ext cx="1864053" cy="575803"/>
      </dsp:txXfrm>
    </dsp:sp>
    <dsp:sp modelId="{0B4FCE56-3426-44F4-A399-B6EF256D8567}">
      <dsp:nvSpPr>
        <dsp:cNvPr id="0" name=""/>
        <dsp:cNvSpPr/>
      </dsp:nvSpPr>
      <dsp:spPr>
        <a:xfrm rot="5400000">
          <a:off x="1898004" y="2463462"/>
          <a:ext cx="229361" cy="2752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1930115" y="2486398"/>
        <a:ext cx="165140" cy="160553"/>
      </dsp:txXfrm>
    </dsp:sp>
    <dsp:sp modelId="{70AB0D66-F301-478D-9C5F-A2163D857B69}">
      <dsp:nvSpPr>
        <dsp:cNvPr id="0" name=""/>
        <dsp:cNvSpPr/>
      </dsp:nvSpPr>
      <dsp:spPr>
        <a:xfrm>
          <a:off x="1062744" y="2753987"/>
          <a:ext cx="1899881" cy="6116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 err="1"/>
            <a:t>Visualization</a:t>
          </a:r>
          <a:r>
            <a:rPr lang="fr-FR" sz="1200" b="1" kern="1200" dirty="0"/>
            <a:t> of cluster for </a:t>
          </a:r>
          <a:r>
            <a:rPr lang="fr-FR" sz="1200" b="1" kern="1200" dirty="0" err="1"/>
            <a:t>each</a:t>
          </a:r>
          <a:r>
            <a:rPr lang="fr-FR" sz="1200" b="1" kern="1200" dirty="0"/>
            <a:t> CC</a:t>
          </a:r>
        </a:p>
      </dsp:txBody>
      <dsp:txXfrm>
        <a:off x="1080658" y="2771901"/>
        <a:ext cx="1864053" cy="575803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25D5A-2688-4087-8EF8-B3F1EA39569A}">
      <dsp:nvSpPr>
        <dsp:cNvPr id="0" name=""/>
        <dsp:cNvSpPr/>
      </dsp:nvSpPr>
      <dsp:spPr>
        <a:xfrm>
          <a:off x="0" y="0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</a:t>
          </a:r>
        </a:p>
      </dsp:txBody>
      <dsp:txXfrm>
        <a:off x="20668" y="20668"/>
        <a:ext cx="664321" cy="822593"/>
      </dsp:txXfrm>
    </dsp:sp>
    <dsp:sp modelId="{8373EAF5-73DF-492B-8DD7-ED9389608268}">
      <dsp:nvSpPr>
        <dsp:cNvPr id="0" name=""/>
        <dsp:cNvSpPr/>
      </dsp:nvSpPr>
      <dsp:spPr>
        <a:xfrm rot="5400000">
          <a:off x="190841" y="885527"/>
          <a:ext cx="323973" cy="38876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36198" y="917924"/>
        <a:ext cx="233260" cy="226781"/>
      </dsp:txXfrm>
    </dsp:sp>
    <dsp:sp modelId="{3BF4ADEA-E1F2-4C4F-8D46-6314638C89E6}">
      <dsp:nvSpPr>
        <dsp:cNvPr id="0" name=""/>
        <dsp:cNvSpPr/>
      </dsp:nvSpPr>
      <dsp:spPr>
        <a:xfrm>
          <a:off x="0" y="1295893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Age</a:t>
          </a:r>
        </a:p>
      </dsp:txBody>
      <dsp:txXfrm>
        <a:off x="20668" y="1316561"/>
        <a:ext cx="664321" cy="822593"/>
      </dsp:txXfrm>
    </dsp:sp>
    <dsp:sp modelId="{877A0821-B65A-4010-8608-8FE8E9F61D82}">
      <dsp:nvSpPr>
        <dsp:cNvPr id="0" name=""/>
        <dsp:cNvSpPr/>
      </dsp:nvSpPr>
      <dsp:spPr>
        <a:xfrm rot="5400000">
          <a:off x="190841" y="2181421"/>
          <a:ext cx="323973" cy="38876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36198" y="2213818"/>
        <a:ext cx="233260" cy="226781"/>
      </dsp:txXfrm>
    </dsp:sp>
    <dsp:sp modelId="{C16024BA-75F0-4022-9B65-91C70893D49D}">
      <dsp:nvSpPr>
        <dsp:cNvPr id="0" name=""/>
        <dsp:cNvSpPr/>
      </dsp:nvSpPr>
      <dsp:spPr>
        <a:xfrm>
          <a:off x="0" y="2591787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JND</a:t>
          </a:r>
        </a:p>
      </dsp:txBody>
      <dsp:txXfrm>
        <a:off x="20668" y="2612455"/>
        <a:ext cx="664321" cy="822593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25D5A-2688-4087-8EF8-B3F1EA39569A}">
      <dsp:nvSpPr>
        <dsp:cNvPr id="0" name=""/>
        <dsp:cNvSpPr/>
      </dsp:nvSpPr>
      <dsp:spPr>
        <a:xfrm>
          <a:off x="0" y="0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</a:t>
          </a:r>
        </a:p>
      </dsp:txBody>
      <dsp:txXfrm>
        <a:off x="20668" y="20668"/>
        <a:ext cx="664321" cy="822593"/>
      </dsp:txXfrm>
    </dsp:sp>
    <dsp:sp modelId="{8373EAF5-73DF-492B-8DD7-ED9389608268}">
      <dsp:nvSpPr>
        <dsp:cNvPr id="0" name=""/>
        <dsp:cNvSpPr/>
      </dsp:nvSpPr>
      <dsp:spPr>
        <a:xfrm rot="5400000">
          <a:off x="190841" y="885527"/>
          <a:ext cx="323973" cy="38876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36198" y="917924"/>
        <a:ext cx="233260" cy="226781"/>
      </dsp:txXfrm>
    </dsp:sp>
    <dsp:sp modelId="{3BF4ADEA-E1F2-4C4F-8D46-6314638C89E6}">
      <dsp:nvSpPr>
        <dsp:cNvPr id="0" name=""/>
        <dsp:cNvSpPr/>
      </dsp:nvSpPr>
      <dsp:spPr>
        <a:xfrm>
          <a:off x="0" y="1295893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Age</a:t>
          </a:r>
        </a:p>
      </dsp:txBody>
      <dsp:txXfrm>
        <a:off x="20668" y="1316561"/>
        <a:ext cx="664321" cy="822593"/>
      </dsp:txXfrm>
    </dsp:sp>
    <dsp:sp modelId="{877A0821-B65A-4010-8608-8FE8E9F61D82}">
      <dsp:nvSpPr>
        <dsp:cNvPr id="0" name=""/>
        <dsp:cNvSpPr/>
      </dsp:nvSpPr>
      <dsp:spPr>
        <a:xfrm rot="5400000">
          <a:off x="190841" y="2181421"/>
          <a:ext cx="323973" cy="38876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36198" y="2213818"/>
        <a:ext cx="233260" cy="226781"/>
      </dsp:txXfrm>
    </dsp:sp>
    <dsp:sp modelId="{C16024BA-75F0-4022-9B65-91C70893D49D}">
      <dsp:nvSpPr>
        <dsp:cNvPr id="0" name=""/>
        <dsp:cNvSpPr/>
      </dsp:nvSpPr>
      <dsp:spPr>
        <a:xfrm>
          <a:off x="0" y="2591787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JND</a:t>
          </a:r>
        </a:p>
      </dsp:txBody>
      <dsp:txXfrm>
        <a:off x="20668" y="2612455"/>
        <a:ext cx="664321" cy="822593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25D5A-2688-4087-8EF8-B3F1EA39569A}">
      <dsp:nvSpPr>
        <dsp:cNvPr id="0" name=""/>
        <dsp:cNvSpPr/>
      </dsp:nvSpPr>
      <dsp:spPr>
        <a:xfrm>
          <a:off x="0" y="0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</a:t>
          </a:r>
        </a:p>
      </dsp:txBody>
      <dsp:txXfrm>
        <a:off x="20668" y="20668"/>
        <a:ext cx="664321" cy="822593"/>
      </dsp:txXfrm>
    </dsp:sp>
    <dsp:sp modelId="{8373EAF5-73DF-492B-8DD7-ED9389608268}">
      <dsp:nvSpPr>
        <dsp:cNvPr id="0" name=""/>
        <dsp:cNvSpPr/>
      </dsp:nvSpPr>
      <dsp:spPr>
        <a:xfrm rot="5400000">
          <a:off x="190841" y="885527"/>
          <a:ext cx="323973" cy="38876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36198" y="917924"/>
        <a:ext cx="233260" cy="226781"/>
      </dsp:txXfrm>
    </dsp:sp>
    <dsp:sp modelId="{3BF4ADEA-E1F2-4C4F-8D46-6314638C89E6}">
      <dsp:nvSpPr>
        <dsp:cNvPr id="0" name=""/>
        <dsp:cNvSpPr/>
      </dsp:nvSpPr>
      <dsp:spPr>
        <a:xfrm>
          <a:off x="0" y="1295893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Age</a:t>
          </a:r>
        </a:p>
      </dsp:txBody>
      <dsp:txXfrm>
        <a:off x="20668" y="1316561"/>
        <a:ext cx="664321" cy="822593"/>
      </dsp:txXfrm>
    </dsp:sp>
    <dsp:sp modelId="{877A0821-B65A-4010-8608-8FE8E9F61D82}">
      <dsp:nvSpPr>
        <dsp:cNvPr id="0" name=""/>
        <dsp:cNvSpPr/>
      </dsp:nvSpPr>
      <dsp:spPr>
        <a:xfrm rot="5400000">
          <a:off x="190841" y="2181421"/>
          <a:ext cx="323973" cy="38876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36198" y="2213818"/>
        <a:ext cx="233260" cy="226781"/>
      </dsp:txXfrm>
    </dsp:sp>
    <dsp:sp modelId="{C16024BA-75F0-4022-9B65-91C70893D49D}">
      <dsp:nvSpPr>
        <dsp:cNvPr id="0" name=""/>
        <dsp:cNvSpPr/>
      </dsp:nvSpPr>
      <dsp:spPr>
        <a:xfrm>
          <a:off x="0" y="2591787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JND</a:t>
          </a:r>
        </a:p>
      </dsp:txBody>
      <dsp:txXfrm>
        <a:off x="20668" y="2612455"/>
        <a:ext cx="664321" cy="822593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25D5A-2688-4087-8EF8-B3F1EA39569A}">
      <dsp:nvSpPr>
        <dsp:cNvPr id="0" name=""/>
        <dsp:cNvSpPr/>
      </dsp:nvSpPr>
      <dsp:spPr>
        <a:xfrm>
          <a:off x="0" y="0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</a:t>
          </a:r>
        </a:p>
      </dsp:txBody>
      <dsp:txXfrm>
        <a:off x="20668" y="20668"/>
        <a:ext cx="664321" cy="822593"/>
      </dsp:txXfrm>
    </dsp:sp>
    <dsp:sp modelId="{8373EAF5-73DF-492B-8DD7-ED9389608268}">
      <dsp:nvSpPr>
        <dsp:cNvPr id="0" name=""/>
        <dsp:cNvSpPr/>
      </dsp:nvSpPr>
      <dsp:spPr>
        <a:xfrm rot="5400000">
          <a:off x="190841" y="885527"/>
          <a:ext cx="323973" cy="38876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36198" y="917924"/>
        <a:ext cx="233260" cy="226781"/>
      </dsp:txXfrm>
    </dsp:sp>
    <dsp:sp modelId="{3BF4ADEA-E1F2-4C4F-8D46-6314638C89E6}">
      <dsp:nvSpPr>
        <dsp:cNvPr id="0" name=""/>
        <dsp:cNvSpPr/>
      </dsp:nvSpPr>
      <dsp:spPr>
        <a:xfrm>
          <a:off x="0" y="1295893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Age</a:t>
          </a:r>
        </a:p>
      </dsp:txBody>
      <dsp:txXfrm>
        <a:off x="20668" y="1316561"/>
        <a:ext cx="664321" cy="822593"/>
      </dsp:txXfrm>
    </dsp:sp>
    <dsp:sp modelId="{877A0821-B65A-4010-8608-8FE8E9F61D82}">
      <dsp:nvSpPr>
        <dsp:cNvPr id="0" name=""/>
        <dsp:cNvSpPr/>
      </dsp:nvSpPr>
      <dsp:spPr>
        <a:xfrm rot="5400000">
          <a:off x="190841" y="2181421"/>
          <a:ext cx="323973" cy="38876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36198" y="2213818"/>
        <a:ext cx="233260" cy="226781"/>
      </dsp:txXfrm>
    </dsp:sp>
    <dsp:sp modelId="{C16024BA-75F0-4022-9B65-91C70893D49D}">
      <dsp:nvSpPr>
        <dsp:cNvPr id="0" name=""/>
        <dsp:cNvSpPr/>
      </dsp:nvSpPr>
      <dsp:spPr>
        <a:xfrm>
          <a:off x="0" y="2591787"/>
          <a:ext cx="705657" cy="86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JND</a:t>
          </a:r>
        </a:p>
      </dsp:txBody>
      <dsp:txXfrm>
        <a:off x="20668" y="2612455"/>
        <a:ext cx="664321" cy="822593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7F9D4-838C-4788-8D61-CADF7F20EEF2}">
      <dsp:nvSpPr>
        <dsp:cNvPr id="0" name=""/>
        <dsp:cNvSpPr/>
      </dsp:nvSpPr>
      <dsp:spPr>
        <a:xfrm>
          <a:off x="544578" y="0"/>
          <a:ext cx="6171894" cy="491207"/>
        </a:xfrm>
        <a:prstGeom prst="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2ADBA-D442-4BCC-95E0-27D0D4EAE6D2}">
      <dsp:nvSpPr>
        <dsp:cNvPr id="0" name=""/>
        <dsp:cNvSpPr/>
      </dsp:nvSpPr>
      <dsp:spPr>
        <a:xfrm>
          <a:off x="0" y="147362"/>
          <a:ext cx="2178315" cy="1964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Age</a:t>
          </a:r>
        </a:p>
      </dsp:txBody>
      <dsp:txXfrm>
        <a:off x="9591" y="156953"/>
        <a:ext cx="2159133" cy="177300"/>
      </dsp:txXfrm>
    </dsp:sp>
    <dsp:sp modelId="{218BB579-6D55-421B-B69E-10B774D49CE3}">
      <dsp:nvSpPr>
        <dsp:cNvPr id="0" name=""/>
        <dsp:cNvSpPr/>
      </dsp:nvSpPr>
      <dsp:spPr>
        <a:xfrm>
          <a:off x="2541368" y="147362"/>
          <a:ext cx="2178315" cy="1964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Age</a:t>
          </a:r>
        </a:p>
      </dsp:txBody>
      <dsp:txXfrm>
        <a:off x="2550959" y="156953"/>
        <a:ext cx="2159133" cy="177300"/>
      </dsp:txXfrm>
    </dsp:sp>
    <dsp:sp modelId="{6B718800-4040-40FB-B168-A1151110B42B}">
      <dsp:nvSpPr>
        <dsp:cNvPr id="0" name=""/>
        <dsp:cNvSpPr/>
      </dsp:nvSpPr>
      <dsp:spPr>
        <a:xfrm>
          <a:off x="5082736" y="147362"/>
          <a:ext cx="2178315" cy="1964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</a:t>
          </a:r>
        </a:p>
      </dsp:txBody>
      <dsp:txXfrm>
        <a:off x="5092327" y="156953"/>
        <a:ext cx="2159133" cy="177300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F9440-EA01-4658-B5A3-B4237F034934}">
      <dsp:nvSpPr>
        <dsp:cNvPr id="0" name=""/>
        <dsp:cNvSpPr/>
      </dsp:nvSpPr>
      <dsp:spPr>
        <a:xfrm>
          <a:off x="0" y="0"/>
          <a:ext cx="838027" cy="92730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CC1</a:t>
          </a:r>
        </a:p>
      </dsp:txBody>
      <dsp:txXfrm>
        <a:off x="24545" y="24545"/>
        <a:ext cx="788937" cy="878219"/>
      </dsp:txXfrm>
    </dsp:sp>
    <dsp:sp modelId="{BA8D26F4-FF8C-4DEC-BA35-FC69A767BBF8}">
      <dsp:nvSpPr>
        <dsp:cNvPr id="0" name=""/>
        <dsp:cNvSpPr/>
      </dsp:nvSpPr>
      <dsp:spPr>
        <a:xfrm rot="5400000">
          <a:off x="245142" y="950492"/>
          <a:ext cx="347741" cy="41728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93826" y="985266"/>
        <a:ext cx="250373" cy="243419"/>
      </dsp:txXfrm>
    </dsp:sp>
    <dsp:sp modelId="{7BF4AD38-F259-43AC-B49D-07544EFE3CDD}">
      <dsp:nvSpPr>
        <dsp:cNvPr id="0" name=""/>
        <dsp:cNvSpPr/>
      </dsp:nvSpPr>
      <dsp:spPr>
        <a:xfrm>
          <a:off x="0" y="1390965"/>
          <a:ext cx="838027" cy="92730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CC2</a:t>
          </a:r>
        </a:p>
      </dsp:txBody>
      <dsp:txXfrm>
        <a:off x="24545" y="1415510"/>
        <a:ext cx="788937" cy="878219"/>
      </dsp:txXfrm>
    </dsp:sp>
    <dsp:sp modelId="{06B2343D-FFC8-4E47-8C1E-44FB6597D860}">
      <dsp:nvSpPr>
        <dsp:cNvPr id="0" name=""/>
        <dsp:cNvSpPr/>
      </dsp:nvSpPr>
      <dsp:spPr>
        <a:xfrm rot="5400000">
          <a:off x="245142" y="2341457"/>
          <a:ext cx="347741" cy="41728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293826" y="2376231"/>
        <a:ext cx="250373" cy="243419"/>
      </dsp:txXfrm>
    </dsp:sp>
    <dsp:sp modelId="{EC899FB8-55F6-4800-9A66-173715180EC4}">
      <dsp:nvSpPr>
        <dsp:cNvPr id="0" name=""/>
        <dsp:cNvSpPr/>
      </dsp:nvSpPr>
      <dsp:spPr>
        <a:xfrm>
          <a:off x="0" y="2781929"/>
          <a:ext cx="838027" cy="92730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CC3</a:t>
          </a:r>
        </a:p>
      </dsp:txBody>
      <dsp:txXfrm>
        <a:off x="24545" y="2806474"/>
        <a:ext cx="788937" cy="878219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7F9D4-838C-4788-8D61-CADF7F20EEF2}">
      <dsp:nvSpPr>
        <dsp:cNvPr id="0" name=""/>
        <dsp:cNvSpPr/>
      </dsp:nvSpPr>
      <dsp:spPr>
        <a:xfrm>
          <a:off x="450899" y="0"/>
          <a:ext cx="5110192" cy="491207"/>
        </a:xfrm>
        <a:prstGeom prst="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2ADBA-D442-4BCC-95E0-27D0D4EAE6D2}">
      <dsp:nvSpPr>
        <dsp:cNvPr id="0" name=""/>
        <dsp:cNvSpPr/>
      </dsp:nvSpPr>
      <dsp:spPr>
        <a:xfrm>
          <a:off x="0" y="147362"/>
          <a:ext cx="1803597" cy="1964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Age</a:t>
          </a:r>
        </a:p>
      </dsp:txBody>
      <dsp:txXfrm>
        <a:off x="9591" y="156953"/>
        <a:ext cx="1784415" cy="177300"/>
      </dsp:txXfrm>
    </dsp:sp>
    <dsp:sp modelId="{218BB579-6D55-421B-B69E-10B774D49CE3}">
      <dsp:nvSpPr>
        <dsp:cNvPr id="0" name=""/>
        <dsp:cNvSpPr/>
      </dsp:nvSpPr>
      <dsp:spPr>
        <a:xfrm>
          <a:off x="2104196" y="147362"/>
          <a:ext cx="1803597" cy="1964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Age</a:t>
          </a:r>
        </a:p>
      </dsp:txBody>
      <dsp:txXfrm>
        <a:off x="2113787" y="156953"/>
        <a:ext cx="1784415" cy="177300"/>
      </dsp:txXfrm>
    </dsp:sp>
    <dsp:sp modelId="{6B718800-4040-40FB-B168-A1151110B42B}">
      <dsp:nvSpPr>
        <dsp:cNvPr id="0" name=""/>
        <dsp:cNvSpPr/>
      </dsp:nvSpPr>
      <dsp:spPr>
        <a:xfrm>
          <a:off x="4208393" y="147362"/>
          <a:ext cx="1803597" cy="1964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</a:t>
          </a:r>
        </a:p>
      </dsp:txBody>
      <dsp:txXfrm>
        <a:off x="4217984" y="156953"/>
        <a:ext cx="1784415" cy="177300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F9440-EA01-4658-B5A3-B4237F034934}">
      <dsp:nvSpPr>
        <dsp:cNvPr id="0" name=""/>
        <dsp:cNvSpPr/>
      </dsp:nvSpPr>
      <dsp:spPr>
        <a:xfrm>
          <a:off x="0" y="2066"/>
          <a:ext cx="838027" cy="7687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CC4</a:t>
          </a:r>
        </a:p>
      </dsp:txBody>
      <dsp:txXfrm>
        <a:off x="22516" y="24582"/>
        <a:ext cx="792995" cy="723705"/>
      </dsp:txXfrm>
    </dsp:sp>
    <dsp:sp modelId="{BA8D26F4-FF8C-4DEC-BA35-FC69A767BBF8}">
      <dsp:nvSpPr>
        <dsp:cNvPr id="0" name=""/>
        <dsp:cNvSpPr/>
      </dsp:nvSpPr>
      <dsp:spPr>
        <a:xfrm rot="5400000">
          <a:off x="274875" y="790022"/>
          <a:ext cx="288276" cy="3459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315234" y="818850"/>
        <a:ext cx="207559" cy="201793"/>
      </dsp:txXfrm>
    </dsp:sp>
    <dsp:sp modelId="{7BF4AD38-F259-43AC-B49D-07544EFE3CDD}">
      <dsp:nvSpPr>
        <dsp:cNvPr id="0" name=""/>
        <dsp:cNvSpPr/>
      </dsp:nvSpPr>
      <dsp:spPr>
        <a:xfrm>
          <a:off x="0" y="1155172"/>
          <a:ext cx="838027" cy="7687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CC5</a:t>
          </a:r>
        </a:p>
      </dsp:txBody>
      <dsp:txXfrm>
        <a:off x="22516" y="1177688"/>
        <a:ext cx="792995" cy="723705"/>
      </dsp:txXfrm>
    </dsp:sp>
    <dsp:sp modelId="{06B2343D-FFC8-4E47-8C1E-44FB6597D860}">
      <dsp:nvSpPr>
        <dsp:cNvPr id="0" name=""/>
        <dsp:cNvSpPr/>
      </dsp:nvSpPr>
      <dsp:spPr>
        <a:xfrm rot="5400000">
          <a:off x="274875" y="1943129"/>
          <a:ext cx="288276" cy="3459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 rot="-5400000">
        <a:off x="315234" y="1971957"/>
        <a:ext cx="207559" cy="201793"/>
      </dsp:txXfrm>
    </dsp:sp>
    <dsp:sp modelId="{EC899FB8-55F6-4800-9A66-173715180EC4}">
      <dsp:nvSpPr>
        <dsp:cNvPr id="0" name=""/>
        <dsp:cNvSpPr/>
      </dsp:nvSpPr>
      <dsp:spPr>
        <a:xfrm>
          <a:off x="0" y="2308279"/>
          <a:ext cx="838027" cy="7687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CC6</a:t>
          </a:r>
        </a:p>
      </dsp:txBody>
      <dsp:txXfrm>
        <a:off x="22516" y="2330795"/>
        <a:ext cx="792995" cy="723705"/>
      </dsp:txXfrm>
    </dsp:sp>
    <dsp:sp modelId="{56B2B297-A56F-4FF0-9CF0-8D3A04093D72}">
      <dsp:nvSpPr>
        <dsp:cNvPr id="0" name=""/>
        <dsp:cNvSpPr/>
      </dsp:nvSpPr>
      <dsp:spPr>
        <a:xfrm rot="5400000">
          <a:off x="274875" y="3096235"/>
          <a:ext cx="288276" cy="34593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kern="1200"/>
        </a:p>
      </dsp:txBody>
      <dsp:txXfrm rot="-5400000">
        <a:off x="315234" y="3125063"/>
        <a:ext cx="207559" cy="201793"/>
      </dsp:txXfrm>
    </dsp:sp>
    <dsp:sp modelId="{517AC3F0-DA60-4449-99FF-9E2599B7124F}">
      <dsp:nvSpPr>
        <dsp:cNvPr id="0" name=""/>
        <dsp:cNvSpPr/>
      </dsp:nvSpPr>
      <dsp:spPr>
        <a:xfrm>
          <a:off x="0" y="3461385"/>
          <a:ext cx="838027" cy="7687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CC7</a:t>
          </a:r>
        </a:p>
      </dsp:txBody>
      <dsp:txXfrm>
        <a:off x="22516" y="3483901"/>
        <a:ext cx="792995" cy="723705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16730-0A8C-4524-92AC-770ADB9BFD48}">
      <dsp:nvSpPr>
        <dsp:cNvPr id="0" name=""/>
        <dsp:cNvSpPr/>
      </dsp:nvSpPr>
      <dsp:spPr>
        <a:xfrm>
          <a:off x="2896" y="400950"/>
          <a:ext cx="1686189" cy="6744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 err="1"/>
            <a:t>Two</a:t>
          </a:r>
          <a:r>
            <a:rPr lang="fr-FR" sz="1000" kern="1200" dirty="0"/>
            <a:t> groups (</a:t>
          </a:r>
          <a:r>
            <a:rPr lang="fr-FR" sz="1000" kern="1200" dirty="0" err="1"/>
            <a:t>old</a:t>
          </a:r>
          <a:r>
            <a:rPr lang="fr-FR" sz="1000" kern="1200" dirty="0"/>
            <a:t> vs </a:t>
          </a:r>
          <a:r>
            <a:rPr lang="fr-FR" sz="1000" kern="1200" dirty="0" err="1"/>
            <a:t>young</a:t>
          </a:r>
          <a:r>
            <a:rPr lang="fr-FR" sz="1000" kern="1200" dirty="0"/>
            <a:t>)</a:t>
          </a:r>
        </a:p>
      </dsp:txBody>
      <dsp:txXfrm>
        <a:off x="340134" y="400950"/>
        <a:ext cx="1011714" cy="674475"/>
      </dsp:txXfrm>
    </dsp:sp>
    <dsp:sp modelId="{3ED45B51-9B47-4184-9DA3-595A31E56200}">
      <dsp:nvSpPr>
        <dsp:cNvPr id="0" name=""/>
        <dsp:cNvSpPr/>
      </dsp:nvSpPr>
      <dsp:spPr>
        <a:xfrm>
          <a:off x="1520467" y="400950"/>
          <a:ext cx="1686189" cy="6744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DTI</a:t>
          </a:r>
        </a:p>
      </dsp:txBody>
      <dsp:txXfrm>
        <a:off x="1857705" y="400950"/>
        <a:ext cx="1011714" cy="674475"/>
      </dsp:txXfrm>
    </dsp:sp>
    <dsp:sp modelId="{F6E4FDD3-A81B-41F3-8487-D65355E79544}">
      <dsp:nvSpPr>
        <dsp:cNvPr id="0" name=""/>
        <dsp:cNvSpPr/>
      </dsp:nvSpPr>
      <dsp:spPr>
        <a:xfrm>
          <a:off x="3038038" y="400950"/>
          <a:ext cx="1686189" cy="6744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 err="1"/>
            <a:t>Some</a:t>
          </a:r>
          <a:r>
            <a:rPr lang="fr-FR" sz="1000" kern="1200" dirty="0"/>
            <a:t> </a:t>
          </a:r>
          <a:r>
            <a:rPr lang="fr-FR" sz="1000" kern="1200" dirty="0" err="1"/>
            <a:t>anatomical</a:t>
          </a:r>
          <a:r>
            <a:rPr lang="fr-FR" sz="1000" kern="1200" dirty="0"/>
            <a:t> </a:t>
          </a:r>
          <a:r>
            <a:rPr lang="fr-FR" sz="1000" kern="1200" dirty="0" err="1"/>
            <a:t>differences</a:t>
          </a:r>
          <a:r>
            <a:rPr lang="fr-FR" sz="1000" kern="1200" dirty="0"/>
            <a:t> </a:t>
          </a:r>
          <a:r>
            <a:rPr lang="fr-FR" sz="1000" kern="1200" dirty="0" err="1"/>
            <a:t>between</a:t>
          </a:r>
          <a:r>
            <a:rPr lang="fr-FR" sz="1000" kern="1200" dirty="0"/>
            <a:t> groups</a:t>
          </a:r>
        </a:p>
      </dsp:txBody>
      <dsp:txXfrm>
        <a:off x="3375276" y="400950"/>
        <a:ext cx="1011714" cy="674475"/>
      </dsp:txXfrm>
    </dsp:sp>
    <dsp:sp modelId="{6C0AD079-01B6-4DE7-9C54-DF72236D2B93}">
      <dsp:nvSpPr>
        <dsp:cNvPr id="0" name=""/>
        <dsp:cNvSpPr/>
      </dsp:nvSpPr>
      <dsp:spPr>
        <a:xfrm>
          <a:off x="4555609" y="400950"/>
          <a:ext cx="1686189" cy="6744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 err="1"/>
            <a:t>Aging</a:t>
          </a:r>
          <a:r>
            <a:rPr lang="fr-FR" sz="1000" kern="1200" dirty="0"/>
            <a:t> impacts </a:t>
          </a:r>
          <a:r>
            <a:rPr lang="fr-FR" sz="1000" kern="1200" dirty="0" err="1"/>
            <a:t>anatomy</a:t>
          </a:r>
          <a:r>
            <a:rPr lang="fr-FR" sz="1000" kern="1200" dirty="0"/>
            <a:t> / </a:t>
          </a:r>
          <a:r>
            <a:rPr lang="fr-FR" sz="1000" kern="1200" dirty="0" err="1"/>
            <a:t>Behavior</a:t>
          </a:r>
          <a:endParaRPr lang="fr-FR" sz="1000" kern="1200" dirty="0"/>
        </a:p>
      </dsp:txBody>
      <dsp:txXfrm>
        <a:off x="4892847" y="400950"/>
        <a:ext cx="1011714" cy="674475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16730-0A8C-4524-92AC-770ADB9BFD48}">
      <dsp:nvSpPr>
        <dsp:cNvPr id="0" name=""/>
        <dsp:cNvSpPr/>
      </dsp:nvSpPr>
      <dsp:spPr>
        <a:xfrm>
          <a:off x="1966" y="0"/>
          <a:ext cx="2395531" cy="66357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DTI data </a:t>
          </a:r>
          <a:r>
            <a:rPr lang="fr-FR" sz="1200" kern="1200" dirty="0" err="1"/>
            <a:t>from</a:t>
          </a:r>
          <a:r>
            <a:rPr lang="fr-FR" sz="1200" kern="1200" dirty="0"/>
            <a:t> 40 </a:t>
          </a:r>
          <a:r>
            <a:rPr lang="fr-FR" sz="1200" kern="1200" dirty="0" err="1"/>
            <a:t>subjects</a:t>
          </a:r>
          <a:r>
            <a:rPr lang="fr-FR" sz="1200" kern="1200" dirty="0"/>
            <a:t> of </a:t>
          </a:r>
          <a:r>
            <a:rPr lang="fr-FR" sz="1200" kern="1200" dirty="0" err="1"/>
            <a:t>different</a:t>
          </a:r>
          <a:r>
            <a:rPr lang="fr-FR" sz="1200" kern="1200" dirty="0"/>
            <a:t> </a:t>
          </a:r>
          <a:r>
            <a:rPr lang="fr-FR" sz="1200" kern="1200" dirty="0" err="1"/>
            <a:t>ages</a:t>
          </a:r>
          <a:endParaRPr lang="fr-FR" sz="1200" kern="1200" dirty="0"/>
        </a:p>
      </dsp:txBody>
      <dsp:txXfrm>
        <a:off x="333754" y="0"/>
        <a:ext cx="1731956" cy="663575"/>
      </dsp:txXfrm>
    </dsp:sp>
    <dsp:sp modelId="{3ED45B51-9B47-4184-9DA3-595A31E56200}">
      <dsp:nvSpPr>
        <dsp:cNvPr id="0" name=""/>
        <dsp:cNvSpPr/>
      </dsp:nvSpPr>
      <dsp:spPr>
        <a:xfrm>
          <a:off x="2133498" y="0"/>
          <a:ext cx="2395531" cy="66357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Different</a:t>
          </a:r>
          <a:r>
            <a:rPr lang="fr-FR" sz="1200" kern="1200" dirty="0"/>
            <a:t> pattern in DTI ?</a:t>
          </a:r>
        </a:p>
      </dsp:txBody>
      <dsp:txXfrm>
        <a:off x="2465286" y="0"/>
        <a:ext cx="1731956" cy="663575"/>
      </dsp:txXfrm>
    </dsp:sp>
    <dsp:sp modelId="{F6E4FDD3-A81B-41F3-8487-D65355E79544}">
      <dsp:nvSpPr>
        <dsp:cNvPr id="0" name=""/>
        <dsp:cNvSpPr/>
      </dsp:nvSpPr>
      <dsp:spPr>
        <a:xfrm>
          <a:off x="4313923" y="0"/>
          <a:ext cx="2395531" cy="66357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Could</a:t>
          </a:r>
          <a:r>
            <a:rPr lang="fr-FR" sz="1200" kern="1200" dirty="0"/>
            <a:t> </a:t>
          </a:r>
          <a:r>
            <a:rPr lang="fr-FR" sz="1200" kern="1200" dirty="0" err="1"/>
            <a:t>these</a:t>
          </a:r>
          <a:r>
            <a:rPr lang="fr-FR" sz="1200" kern="1200" dirty="0"/>
            <a:t> clusters </a:t>
          </a:r>
          <a:r>
            <a:rPr lang="fr-FR" sz="1200" kern="1200" dirty="0" err="1"/>
            <a:t>predict</a:t>
          </a:r>
          <a:r>
            <a:rPr lang="fr-FR" sz="1200" kern="1200" dirty="0"/>
            <a:t>  </a:t>
          </a:r>
          <a:r>
            <a:rPr lang="fr-FR" sz="1200" kern="1200" dirty="0" err="1"/>
            <a:t>behavior</a:t>
          </a:r>
          <a:r>
            <a:rPr lang="fr-FR" sz="1200" kern="1200" dirty="0"/>
            <a:t> ?</a:t>
          </a:r>
        </a:p>
      </dsp:txBody>
      <dsp:txXfrm>
        <a:off x="4645711" y="0"/>
        <a:ext cx="1731956" cy="663575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16730-0A8C-4524-92AC-770ADB9BFD48}">
      <dsp:nvSpPr>
        <dsp:cNvPr id="0" name=""/>
        <dsp:cNvSpPr/>
      </dsp:nvSpPr>
      <dsp:spPr>
        <a:xfrm>
          <a:off x="2368" y="0"/>
          <a:ext cx="2423068" cy="66357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Could</a:t>
          </a:r>
          <a:r>
            <a:rPr lang="fr-FR" sz="1200" kern="1200" dirty="0"/>
            <a:t> </a:t>
          </a:r>
          <a:r>
            <a:rPr lang="fr-FR" sz="1200" kern="1200" dirty="0" err="1"/>
            <a:t>these</a:t>
          </a:r>
          <a:r>
            <a:rPr lang="fr-FR" sz="1200" kern="1200" dirty="0"/>
            <a:t> clusters </a:t>
          </a:r>
          <a:r>
            <a:rPr lang="fr-FR" sz="1200" kern="1200" dirty="0" err="1"/>
            <a:t>predict</a:t>
          </a:r>
          <a:r>
            <a:rPr lang="fr-FR" sz="1200" kern="1200" dirty="0"/>
            <a:t>  </a:t>
          </a:r>
          <a:r>
            <a:rPr lang="fr-FR" sz="1200" kern="1200" dirty="0" err="1"/>
            <a:t>age</a:t>
          </a:r>
          <a:r>
            <a:rPr lang="fr-FR" sz="1200" kern="1200" dirty="0"/>
            <a:t> ?</a:t>
          </a:r>
        </a:p>
      </dsp:txBody>
      <dsp:txXfrm>
        <a:off x="334156" y="0"/>
        <a:ext cx="1759493" cy="663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4CA3E2E-04D7-4B4A-B418-ABC3A3219EEC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422ABF2-0DDC-4F20-8C6D-C8289C61BD5F}" type="slidenum">
              <a:t>‹N°›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45F0DDB-91EB-48C9-8529-24953B45FCC8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D7ADFA3-B05D-4D43-A9F2-051BE2901408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0FFB2A-FEC4-4E21-A34E-F92F197979CB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24D52CF-8C75-4D3C-B3A7-5BDE6A626CD5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30851B-2416-4854-A15F-3FA9AF94A56E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8B00F02-D0AC-49D8-B792-93F56D11FFBC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4A3B388-4874-4684-8905-584490737326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5065655-3E42-4C54-9C23-4CB5F7928FDC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8EABB40-70C2-4686-8CB7-4ED77065CE83}" type="slidenum"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39CA60-ECF2-4401-9458-C160F3C28920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BCB0B31-BB65-4A45-97E0-9247D17D2F57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46E6E6D-0B53-4483-9B5E-BADF29D28EF2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D7F222F-C1B6-462C-8AAC-B56A13CE9C40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BECFF62-75CC-4449-9B5A-29EE870D8D25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FC32AD0-DC21-4FF9-ABF5-9C7329029CA0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9EF99F-256E-4C42-9624-6904B791AE6F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DD7400-5744-4A74-BE12-7204B10CDB45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5E9AC36-FBDA-472D-ABD4-C80363B9F14A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3273CB-416A-4013-A00F-55BB22E2FE8B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7DB1D03-570E-486E-A2D1-19493B8C1C65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7BE9777-E984-4374-A4D1-EE259D8FCCBD}" type="slidenum"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190E6DC-0BDB-4479-9365-147B9EBBB086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1B52CD4-A9DF-464D-9020-647641A1564B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A8E7432-08CA-47DE-B21B-B3AF013F6275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7725F4C-0BA2-45C5-A32B-73D1504CCF6D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700F7A1-165F-4E81-9AED-023C793590CA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85F4B1D-642F-4130-8EAE-DBF6C6CD9084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84A4A86-164D-4557-8F59-678BC7F28C6C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E828401-8356-4F8D-B76D-AA57F3B99AAC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DB14862-CF66-40F1-AD95-6F2D3F054599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C2F8414-E167-481A-B458-3CE75FA53305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9FAE8A6-9411-4077-8668-E0C75C4D592C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8362257-270F-4D3F-BAAE-72C8B1B797F7}" type="slidenum"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17129C8-FD4B-4316-8D64-3CA184B989F5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fr-FR" sz="1400" b="0" strike="noStrike" spc="-1">
                <a:latin typeface="Times New Roman"/>
              </a:defRPr>
            </a:lvl1pPr>
          </a:lstStyle>
          <a:p>
            <a:r>
              <a:rPr lang="fr-FR" sz="1400" b="0" strike="noStrike" spc="-1">
                <a:latin typeface="Times New Roman"/>
              </a:rPr>
              <a:t>&lt;date/heure&gt;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fr-F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fr-FR" sz="1400" b="0" strike="noStrike" spc="-1">
                <a:latin typeface="Times New Roman"/>
              </a:rPr>
              <a:t>&lt;pied de page&gt;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fr-F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3E092E6B-6AAD-4297-A9DE-E44A6A7780E1}" type="slidenum">
              <a:rPr lang="fr-FR" sz="1400" b="0" strike="noStrike" spc="-1">
                <a:latin typeface="Times New Roman"/>
              </a:rPr>
              <a:t>‹N°›</a:t>
            </a:fld>
            <a:endParaRPr lang="fr-F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fr-FR" sz="4400" b="0" strike="noStrike" spc="-1">
                <a:solidFill>
                  <a:srgbClr val="000000"/>
                </a:solidFill>
                <a:latin typeface="Calibri Light"/>
              </a:rPr>
              <a:t>Modifiez le style du titre</a:t>
            </a:r>
            <a:endParaRPr lang="fr-FR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92640" y="150912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strike="noStrike" spc="-1">
                <a:solidFill>
                  <a:srgbClr val="000000"/>
                </a:solidFill>
                <a:latin typeface="Calibri"/>
              </a:rPr>
              <a:t>Cliquez pour modifier les styles du texte du masque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000000"/>
                </a:solidFill>
                <a:latin typeface="Calibri"/>
              </a:rPr>
              <a:t>Deuxième niveau</a:t>
            </a: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Troisième niveau</a:t>
            </a: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latin typeface="Calibri"/>
              </a:rPr>
              <a:t>Quatrième niveau</a:t>
            </a: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latin typeface="Calibri"/>
              </a:rPr>
              <a:t>Cinquième niveau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692640" y="5255280"/>
            <a:ext cx="2267640" cy="301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fr-F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fr-FR" sz="1200" b="0" strike="noStrike" spc="-1">
                <a:solidFill>
                  <a:srgbClr val="8B8B8B"/>
                </a:solidFill>
                <a:latin typeface="Calibri"/>
              </a:rPr>
              <a:t>&lt;date/heure&gt;</a:t>
            </a:r>
            <a:endParaRPr lang="fr-FR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338640" y="5255280"/>
            <a:ext cx="3401640" cy="301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fr-F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fr-FR" sz="1400" b="0" strike="noStrike" spc="-1">
                <a:latin typeface="Times New Roman"/>
              </a:rPr>
              <a:t>&lt;pied de page&gt;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7118640" y="5255280"/>
            <a:ext cx="2267640" cy="301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fr-F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00CBFE-3565-4E0C-A3F0-E7E1EF6EC604}" type="slidenum">
              <a:rPr lang="fr-FR" sz="1200" b="0" strike="noStrike" spc="-1">
                <a:solidFill>
                  <a:srgbClr val="8B8B8B"/>
                </a:solidFill>
                <a:latin typeface="Calibri"/>
              </a:rPr>
              <a:t>‹N°›</a:t>
            </a:fld>
            <a:endParaRPr lang="fr-FR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 idx="7"/>
          </p:nvPr>
        </p:nvSpPr>
        <p:spPr>
          <a:xfrm>
            <a:off x="692640" y="5255280"/>
            <a:ext cx="2267640" cy="301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fr-F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fr-FR" sz="1200" b="0" strike="noStrike" spc="-1">
                <a:solidFill>
                  <a:srgbClr val="8B8B8B"/>
                </a:solidFill>
                <a:latin typeface="Calibri"/>
              </a:rPr>
              <a:t>&lt;date/heure&gt;</a:t>
            </a:r>
            <a:endParaRPr lang="fr-FR" sz="1200" b="0" strike="noStrike" spc="-1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8"/>
          </p:nvPr>
        </p:nvSpPr>
        <p:spPr>
          <a:xfrm>
            <a:off x="3338640" y="5255280"/>
            <a:ext cx="3401640" cy="301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fr-F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fr-FR" sz="1400" b="0" strike="noStrike" spc="-1">
                <a:latin typeface="Times New Roman"/>
              </a:rPr>
              <a:t>&lt;pied de page&gt;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sldNum" idx="9"/>
          </p:nvPr>
        </p:nvSpPr>
        <p:spPr>
          <a:xfrm>
            <a:off x="7118640" y="5255280"/>
            <a:ext cx="2267640" cy="301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fr-F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BD04F6-23BC-4590-BCE8-EE7D841AAF19}" type="slidenum">
              <a:rPr lang="fr-FR" sz="1200" b="0" strike="noStrike" spc="-1">
                <a:solidFill>
                  <a:srgbClr val="8B8B8B"/>
                </a:solidFill>
                <a:latin typeface="Calibri"/>
              </a:rPr>
              <a:t>‹N°›</a:t>
            </a:fld>
            <a:endParaRPr lang="fr-FR" sz="1200" b="0" strike="noStrike" spc="-1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640" b="0" strike="noStrike" spc="-1">
                <a:solidFill>
                  <a:srgbClr val="000000"/>
                </a:solidFill>
                <a:latin typeface="Calibri"/>
              </a:rPr>
              <a:t>Cliquez pour éditer le format du texte-titre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310" b="0" strike="noStrike" spc="-1">
                <a:solidFill>
                  <a:srgbClr val="000000"/>
                </a:solidFill>
                <a:latin typeface="Calibri"/>
              </a:rPr>
              <a:t>Cliquez pour éditer le format du plan de texte</a:t>
            </a:r>
          </a:p>
          <a:p>
            <a:pPr marL="864000" lvl="1" indent="-324000">
              <a:lnSpc>
                <a:spcPct val="90000"/>
              </a:lnSpc>
              <a:spcBef>
                <a:spcPts val="9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50" b="0" strike="noStrike" spc="-1">
                <a:solidFill>
                  <a:srgbClr val="000000"/>
                </a:solidFill>
                <a:latin typeface="Calibri"/>
              </a:rPr>
              <a:t>Second niveau de plan</a:t>
            </a:r>
          </a:p>
          <a:p>
            <a:pPr marL="1296000" lvl="2" indent="-288000">
              <a:lnSpc>
                <a:spcPct val="90000"/>
              </a:lnSpc>
              <a:spcBef>
                <a:spcPts val="7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90" b="0" strike="noStrike" spc="-1">
                <a:solidFill>
                  <a:srgbClr val="000000"/>
                </a:solidFill>
                <a:latin typeface="Calibri"/>
              </a:rPr>
              <a:t>Troisième niveau de plan</a:t>
            </a:r>
          </a:p>
          <a:p>
            <a:pPr marL="1728000" lvl="3" indent="-216000">
              <a:lnSpc>
                <a:spcPct val="90000"/>
              </a:lnSpc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90" b="0" strike="noStrike" spc="-1">
                <a:solidFill>
                  <a:srgbClr val="000000"/>
                </a:solidFill>
                <a:latin typeface="Calibri"/>
              </a:rPr>
              <a:t>Quatrième niveau de plan</a:t>
            </a:r>
          </a:p>
          <a:p>
            <a:pPr marL="2160000" lvl="4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strike="noStrike" spc="-1">
                <a:solidFill>
                  <a:srgbClr val="000000"/>
                </a:solidFill>
                <a:latin typeface="Calibri"/>
              </a:rPr>
              <a:t>Cinquième niveau de plan</a:t>
            </a:r>
          </a:p>
          <a:p>
            <a:pPr marL="2592000" lvl="5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strike="noStrike" spc="-1">
                <a:solidFill>
                  <a:srgbClr val="000000"/>
                </a:solidFill>
                <a:latin typeface="Calibri"/>
              </a:rPr>
              <a:t>Sixième niveau de plan</a:t>
            </a:r>
          </a:p>
          <a:p>
            <a:pPr marL="3024000" lvl="6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strike="noStrike" spc="-1">
                <a:solidFill>
                  <a:srgbClr val="000000"/>
                </a:solidFill>
                <a:latin typeface="Calibri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9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0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2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3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17.xml"/><Relationship Id="rId7" Type="http://schemas.openxmlformats.org/officeDocument/2006/relationships/image" Target="../media/image8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7.xml"/><Relationship Id="rId11" Type="http://schemas.openxmlformats.org/officeDocument/2006/relationships/image" Target="../media/image14.png"/><Relationship Id="rId5" Type="http://schemas.openxmlformats.org/officeDocument/2006/relationships/diagramColors" Target="../diagrams/colors17.xml"/><Relationship Id="rId10" Type="http://schemas.openxmlformats.org/officeDocument/2006/relationships/image" Target="../media/image12.png"/><Relationship Id="rId4" Type="http://schemas.openxmlformats.org/officeDocument/2006/relationships/diagramQuickStyle" Target="../diagrams/quickStyle17.xml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18.xml"/><Relationship Id="rId7" Type="http://schemas.openxmlformats.org/officeDocument/2006/relationships/image" Target="../media/image8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8.xml"/><Relationship Id="rId11" Type="http://schemas.openxmlformats.org/officeDocument/2006/relationships/image" Target="../media/image14.png"/><Relationship Id="rId5" Type="http://schemas.openxmlformats.org/officeDocument/2006/relationships/diagramColors" Target="../diagrams/colors18.xml"/><Relationship Id="rId10" Type="http://schemas.openxmlformats.org/officeDocument/2006/relationships/image" Target="../media/image12.png"/><Relationship Id="rId4" Type="http://schemas.openxmlformats.org/officeDocument/2006/relationships/diagramQuickStyle" Target="../diagrams/quickStyle18.xml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image" Target="../media/image16.svg"/><Relationship Id="rId7" Type="http://schemas.openxmlformats.org/officeDocument/2006/relationships/diagramColors" Target="../diagrams/colors2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0.xml"/><Relationship Id="rId5" Type="http://schemas.openxmlformats.org/officeDocument/2006/relationships/diagramLayout" Target="../diagrams/layout20.xml"/><Relationship Id="rId4" Type="http://schemas.openxmlformats.org/officeDocument/2006/relationships/diagramData" Target="../diagrams/data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2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3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2.xml"/><Relationship Id="rId5" Type="http://schemas.openxmlformats.org/officeDocument/2006/relationships/diagramLayout" Target="../diagrams/layout32.xml"/><Relationship Id="rId4" Type="http://schemas.openxmlformats.org/officeDocument/2006/relationships/diagramData" Target="../diagrams/data32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3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3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3.xml"/><Relationship Id="rId5" Type="http://schemas.openxmlformats.org/officeDocument/2006/relationships/diagramLayout" Target="../diagrams/layout33.xml"/><Relationship Id="rId4" Type="http://schemas.openxmlformats.org/officeDocument/2006/relationships/diagramData" Target="../diagrams/data33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4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3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4.xml"/><Relationship Id="rId5" Type="http://schemas.openxmlformats.org/officeDocument/2006/relationships/diagramLayout" Target="../diagrams/layout34.xml"/><Relationship Id="rId4" Type="http://schemas.openxmlformats.org/officeDocument/2006/relationships/diagramData" Target="../diagrams/data34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5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3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35.xml"/><Relationship Id="rId5" Type="http://schemas.openxmlformats.org/officeDocument/2006/relationships/diagramLayout" Target="../diagrams/layout35.xml"/><Relationship Id="rId4" Type="http://schemas.openxmlformats.org/officeDocument/2006/relationships/diagramData" Target="../diagrams/data35.xm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6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3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36.xml"/><Relationship Id="rId5" Type="http://schemas.openxmlformats.org/officeDocument/2006/relationships/diagramLayout" Target="../diagrams/layout36.xml"/><Relationship Id="rId4" Type="http://schemas.openxmlformats.org/officeDocument/2006/relationships/diagramData" Target="../diagrams/data3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8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38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8.xml"/><Relationship Id="rId5" Type="http://schemas.openxmlformats.org/officeDocument/2006/relationships/diagramLayout" Target="../diagrams/layout38.xml"/><Relationship Id="rId4" Type="http://schemas.openxmlformats.org/officeDocument/2006/relationships/diagramData" Target="../diagrams/data38.xml"/><Relationship Id="rId9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9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3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9.xml"/><Relationship Id="rId5" Type="http://schemas.openxmlformats.org/officeDocument/2006/relationships/diagramLayout" Target="../diagrams/layout39.xml"/><Relationship Id="rId4" Type="http://schemas.openxmlformats.org/officeDocument/2006/relationships/diagramData" Target="../diagrams/data39.xml"/><Relationship Id="rId9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0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4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0.xml"/><Relationship Id="rId5" Type="http://schemas.openxmlformats.org/officeDocument/2006/relationships/diagramLayout" Target="../diagrams/layout40.xml"/><Relationship Id="rId4" Type="http://schemas.openxmlformats.org/officeDocument/2006/relationships/diagramData" Target="../diagrams/data40.xml"/><Relationship Id="rId9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1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4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1.xml"/><Relationship Id="rId5" Type="http://schemas.openxmlformats.org/officeDocument/2006/relationships/diagramLayout" Target="../diagrams/layout41.xml"/><Relationship Id="rId4" Type="http://schemas.openxmlformats.org/officeDocument/2006/relationships/diagramData" Target="../diagrams/data41.xml"/><Relationship Id="rId9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2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4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2.xml"/><Relationship Id="rId5" Type="http://schemas.openxmlformats.org/officeDocument/2006/relationships/diagramLayout" Target="../diagrams/layout42.xml"/><Relationship Id="rId4" Type="http://schemas.openxmlformats.org/officeDocument/2006/relationships/diagramData" Target="../diagrams/data42.xml"/><Relationship Id="rId9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3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4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3.xml"/><Relationship Id="rId5" Type="http://schemas.openxmlformats.org/officeDocument/2006/relationships/diagramLayout" Target="../diagrams/layout43.xml"/><Relationship Id="rId4" Type="http://schemas.openxmlformats.org/officeDocument/2006/relationships/diagramData" Target="../diagrams/data43.xml"/><Relationship Id="rId9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4.xml"/><Relationship Id="rId7" Type="http://schemas.microsoft.com/office/2007/relationships/diagramDrawing" Target="../diagrams/drawing44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4.xml"/><Relationship Id="rId5" Type="http://schemas.openxmlformats.org/officeDocument/2006/relationships/diagramQuickStyle" Target="../diagrams/quickStyle44.xml"/><Relationship Id="rId4" Type="http://schemas.openxmlformats.org/officeDocument/2006/relationships/diagramLayout" Target="../diagrams/layout4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5.xml"/><Relationship Id="rId7" Type="http://schemas.microsoft.com/office/2007/relationships/diagramDrawing" Target="../diagrams/drawing45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5.xml"/><Relationship Id="rId5" Type="http://schemas.openxmlformats.org/officeDocument/2006/relationships/diagramQuickStyle" Target="../diagrams/quickStyle45.xml"/><Relationship Id="rId4" Type="http://schemas.openxmlformats.org/officeDocument/2006/relationships/diagramLayout" Target="../diagrams/layout4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6.xml"/><Relationship Id="rId5" Type="http://schemas.openxmlformats.org/officeDocument/2006/relationships/diagramQuickStyle" Target="../diagrams/quickStyle46.xml"/><Relationship Id="rId4" Type="http://schemas.openxmlformats.org/officeDocument/2006/relationships/diagramLayout" Target="../diagrams/layout4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7.xml"/><Relationship Id="rId7" Type="http://schemas.microsoft.com/office/2007/relationships/diagramDrawing" Target="../diagrams/drawing47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7.xml"/><Relationship Id="rId5" Type="http://schemas.openxmlformats.org/officeDocument/2006/relationships/diagramQuickStyle" Target="../diagrams/quickStyle47.xml"/><Relationship Id="rId4" Type="http://schemas.openxmlformats.org/officeDocument/2006/relationships/diagramLayout" Target="../diagrams/layout47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9.xml"/><Relationship Id="rId3" Type="http://schemas.openxmlformats.org/officeDocument/2006/relationships/diagramData" Target="../diagrams/data48.xml"/><Relationship Id="rId7" Type="http://schemas.microsoft.com/office/2007/relationships/diagramDrawing" Target="../diagrams/drawing48.xml"/><Relationship Id="rId12" Type="http://schemas.microsoft.com/office/2007/relationships/diagramDrawing" Target="../diagrams/drawing49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8.xml"/><Relationship Id="rId11" Type="http://schemas.openxmlformats.org/officeDocument/2006/relationships/diagramColors" Target="../diagrams/colors49.xml"/><Relationship Id="rId5" Type="http://schemas.openxmlformats.org/officeDocument/2006/relationships/diagramQuickStyle" Target="../diagrams/quickStyle48.xml"/><Relationship Id="rId10" Type="http://schemas.openxmlformats.org/officeDocument/2006/relationships/diagramQuickStyle" Target="../diagrams/quickStyle49.xml"/><Relationship Id="rId4" Type="http://schemas.openxmlformats.org/officeDocument/2006/relationships/diagramLayout" Target="../diagrams/layout48.xml"/><Relationship Id="rId9" Type="http://schemas.openxmlformats.org/officeDocument/2006/relationships/diagramLayout" Target="../diagrams/layout49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1.xml"/><Relationship Id="rId3" Type="http://schemas.openxmlformats.org/officeDocument/2006/relationships/diagramData" Target="../diagrams/data50.xml"/><Relationship Id="rId7" Type="http://schemas.microsoft.com/office/2007/relationships/diagramDrawing" Target="../diagrams/drawing50.xml"/><Relationship Id="rId12" Type="http://schemas.microsoft.com/office/2007/relationships/diagramDrawing" Target="../diagrams/drawing51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0.xml"/><Relationship Id="rId11" Type="http://schemas.openxmlformats.org/officeDocument/2006/relationships/diagramColors" Target="../diagrams/colors51.xml"/><Relationship Id="rId5" Type="http://schemas.openxmlformats.org/officeDocument/2006/relationships/diagramQuickStyle" Target="../diagrams/quickStyle50.xml"/><Relationship Id="rId10" Type="http://schemas.openxmlformats.org/officeDocument/2006/relationships/diagramQuickStyle" Target="../diagrams/quickStyle51.xml"/><Relationship Id="rId4" Type="http://schemas.openxmlformats.org/officeDocument/2006/relationships/diagramLayout" Target="../diagrams/layout50.xml"/><Relationship Id="rId9" Type="http://schemas.openxmlformats.org/officeDocument/2006/relationships/diagramLayout" Target="../diagrams/layout5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3.xml"/><Relationship Id="rId13" Type="http://schemas.openxmlformats.org/officeDocument/2006/relationships/diagramLayout" Target="../diagrams/layout54.xml"/><Relationship Id="rId3" Type="http://schemas.openxmlformats.org/officeDocument/2006/relationships/diagramLayout" Target="../diagrams/layout52.xml"/><Relationship Id="rId7" Type="http://schemas.openxmlformats.org/officeDocument/2006/relationships/diagramData" Target="../diagrams/data53.xml"/><Relationship Id="rId12" Type="http://schemas.openxmlformats.org/officeDocument/2006/relationships/diagramData" Target="../diagrams/data54.xml"/><Relationship Id="rId2" Type="http://schemas.openxmlformats.org/officeDocument/2006/relationships/diagramData" Target="../diagrams/data52.xml"/><Relationship Id="rId16" Type="http://schemas.microsoft.com/office/2007/relationships/diagramDrawing" Target="../diagrams/drawing5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2.xml"/><Relationship Id="rId11" Type="http://schemas.microsoft.com/office/2007/relationships/diagramDrawing" Target="../diagrams/drawing53.xml"/><Relationship Id="rId5" Type="http://schemas.openxmlformats.org/officeDocument/2006/relationships/diagramColors" Target="../diagrams/colors52.xml"/><Relationship Id="rId15" Type="http://schemas.openxmlformats.org/officeDocument/2006/relationships/diagramColors" Target="../diagrams/colors54.xml"/><Relationship Id="rId10" Type="http://schemas.openxmlformats.org/officeDocument/2006/relationships/diagramColors" Target="../diagrams/colors53.xml"/><Relationship Id="rId4" Type="http://schemas.openxmlformats.org/officeDocument/2006/relationships/diagramQuickStyle" Target="../diagrams/quickStyle52.xml"/><Relationship Id="rId9" Type="http://schemas.openxmlformats.org/officeDocument/2006/relationships/diagramQuickStyle" Target="../diagrams/quickStyle53.xml"/><Relationship Id="rId14" Type="http://schemas.openxmlformats.org/officeDocument/2006/relationships/diagramQuickStyle" Target="../diagrams/quickStyle5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53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8" name="Group 146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2163" y="578436"/>
            <a:ext cx="2937811" cy="4263414"/>
            <a:chOff x="7807230" y="2012810"/>
            <a:chExt cx="3251252" cy="3459865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3" name="Image 122"/>
          <p:cNvPicPr/>
          <p:nvPr/>
        </p:nvPicPr>
        <p:blipFill>
          <a:blip r:embed="rId2"/>
          <a:stretch/>
        </p:blipFill>
        <p:spPr>
          <a:xfrm>
            <a:off x="584206" y="1377909"/>
            <a:ext cx="2653725" cy="2664468"/>
          </a:xfrm>
          <a:prstGeom prst="rect">
            <a:avLst/>
          </a:prstGeom>
        </p:spPr>
      </p:pic>
      <p:grpSp>
        <p:nvGrpSpPr>
          <p:cNvPr id="160" name="Group 150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71407" y="578436"/>
            <a:ext cx="2937810" cy="4263414"/>
            <a:chOff x="7807230" y="2012810"/>
            <a:chExt cx="3251252" cy="345986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Graphique 2">
            <a:extLst>
              <a:ext uri="{FF2B5EF4-FFF2-40B4-BE49-F238E27FC236}">
                <a16:creationId xmlns:a16="http://schemas.microsoft.com/office/drawing/2014/main" id="{15FA5043-B562-BEC3-3222-864BC550E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475" b="48910"/>
          <a:stretch/>
        </p:blipFill>
        <p:spPr>
          <a:xfrm>
            <a:off x="3710229" y="1341352"/>
            <a:ext cx="2653725" cy="2737582"/>
          </a:xfrm>
          <a:prstGeom prst="rect">
            <a:avLst/>
          </a:prstGeom>
        </p:spPr>
      </p:pic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700649" y="578436"/>
            <a:ext cx="2937811" cy="4263414"/>
            <a:chOff x="7807230" y="2012810"/>
            <a:chExt cx="3251252" cy="3459865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Graphique 3">
            <a:extLst>
              <a:ext uri="{FF2B5EF4-FFF2-40B4-BE49-F238E27FC236}">
                <a16:creationId xmlns:a16="http://schemas.microsoft.com/office/drawing/2014/main" id="{F2C46018-7DC2-909C-8CC3-CA2557CCD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525" b="48910"/>
          <a:stretch/>
        </p:blipFill>
        <p:spPr>
          <a:xfrm>
            <a:off x="6842693" y="1367115"/>
            <a:ext cx="2653724" cy="26860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5102-9342-0DFE-E8A8-418312F4911D}"/>
              </a:ext>
            </a:extLst>
          </p:cNvPr>
          <p:cNvSpPr>
            <a:spLocks noGrp="1"/>
          </p:cNvSpPr>
          <p:nvPr/>
        </p:nvSpPr>
        <p:spPr>
          <a:xfrm>
            <a:off x="486067" y="129238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What about an unsupervised approach?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C0741-C291-FF01-7F4F-975CEC6B011E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1994BA6-4E92-902F-588D-5A71EBF0FD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166327"/>
              </p:ext>
            </p:extLst>
          </p:nvPr>
        </p:nvGraphicFramePr>
        <p:xfrm>
          <a:off x="1540080" y="1671320"/>
          <a:ext cx="7000464" cy="1899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C6A5BDB2-1046-E456-9615-50F1B70DC9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797180"/>
              </p:ext>
            </p:extLst>
          </p:nvPr>
        </p:nvGraphicFramePr>
        <p:xfrm>
          <a:off x="1373813" y="3601847"/>
          <a:ext cx="7523674" cy="853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A2E398A7-8C16-A63E-D61D-B41173A29D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574083"/>
              </p:ext>
            </p:extLst>
          </p:nvPr>
        </p:nvGraphicFramePr>
        <p:xfrm>
          <a:off x="6178509" y="4513071"/>
          <a:ext cx="2718977" cy="853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3E9D0EE1-2C16-072B-B929-E3A8BCC73D43}"/>
              </a:ext>
            </a:extLst>
          </p:cNvPr>
          <p:cNvSpPr>
            <a:spLocks noGrp="1"/>
          </p:cNvSpPr>
          <p:nvPr/>
        </p:nvSpPr>
        <p:spPr>
          <a:xfrm>
            <a:off x="699308" y="1173606"/>
            <a:ext cx="9971316" cy="689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ptos" panose="020B0004020202020204" pitchFamily="34" charset="0"/>
              </a:rPr>
              <a:t>Toward the identification of proprioceptive performance biomarker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9B6E-A20D-BE6E-8561-90971D29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339A6DD-0332-FDEC-F2AD-B6E47D2F426A}"/>
              </a:ext>
            </a:extLst>
          </p:cNvPr>
          <p:cNvGraphicFramePr/>
          <p:nvPr/>
        </p:nvGraphicFramePr>
        <p:xfrm>
          <a:off x="3248024" y="2033411"/>
          <a:ext cx="6057897" cy="2956560"/>
        </p:xfrm>
        <a:graphic>
          <a:graphicData uri="http://schemas.openxmlformats.org/drawingml/2006/table">
            <a:tbl>
              <a:tblPr/>
              <a:tblGrid>
                <a:gridCol w="60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0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50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5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50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28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4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Subject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Seg.1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3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 dirty="0">
                          <a:latin typeface="Arial"/>
                        </a:rPr>
                        <a:t>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 dirty="0">
                          <a:latin typeface="Arial"/>
                        </a:rPr>
                        <a:t>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100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0.29450532281826813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0.3123614390540079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0.32984540196605133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0.34260443111294225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0.3506974933578329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0.3564999445647938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0.38441289378333776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0.29969420499975064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0.3050412796592624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0.3113423478629586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0.3174059823874761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0.32476799445114524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0.33958143411035807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0.3720782026328896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062208"/>
                  </a:ext>
                </a:extLst>
              </a:tr>
              <a:tr h="332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0.30290362344871746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0.3139299335902156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0.3265514118013284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0.33997531558414257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0.35392165904898326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0.36998791477186294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0.39516617191668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3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0.2550646436920872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0.26628531489072166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0.27803069418657583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0.29126747958751453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0.2986099692324162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0.3091664531363234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0.3588663517853628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0.2606969516994714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0.2771857784799971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0.29450957145568846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0.31358434020253473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0.32338791363225333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0.33199115932319406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0.3560638425477553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0.2112370463304045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0.22027267323474467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0.2287878814792557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0.24034408157308057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0.25382553001418706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0.2661320133426597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0.29299858222465885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053E760-8FC4-C6CD-3879-690FF253A67B}"/>
              </a:ext>
            </a:extLst>
          </p:cNvPr>
          <p:cNvSpPr txBox="1"/>
          <p:nvPr/>
        </p:nvSpPr>
        <p:spPr>
          <a:xfrm>
            <a:off x="3046410" y="913885"/>
            <a:ext cx="6554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Normalizing</a:t>
            </a:r>
            <a:r>
              <a:rPr lang="fr-FR" i="1" dirty="0"/>
              <a:t> (</a:t>
            </a:r>
            <a:r>
              <a:rPr lang="fr-FR" i="1" dirty="0" err="1"/>
              <a:t>StandartScaler</a:t>
            </a:r>
            <a:r>
              <a:rPr lang="fr-FR" i="1" dirty="0"/>
              <a:t> ou </a:t>
            </a:r>
            <a:r>
              <a:rPr lang="fr-FR" i="1" dirty="0" err="1"/>
              <a:t>RobustScaler</a:t>
            </a:r>
            <a:r>
              <a:rPr lang="fr-FR" i="1" dirty="0"/>
              <a:t>), one hot </a:t>
            </a:r>
            <a:r>
              <a:rPr lang="fr-FR" i="1" dirty="0" err="1"/>
              <a:t>encoding</a:t>
            </a:r>
            <a:r>
              <a:rPr lang="fr-FR" i="1" dirty="0"/>
              <a:t> for </a:t>
            </a:r>
            <a:r>
              <a:rPr lang="fr-FR" i="1" dirty="0" err="1"/>
              <a:t>categorialvariables</a:t>
            </a:r>
            <a:r>
              <a:rPr lang="fr-FR" i="1" dirty="0"/>
              <a:t>…</a:t>
            </a:r>
            <a:r>
              <a:rPr lang="fr-FR" i="1" dirty="0" err="1"/>
              <a:t>feature</a:t>
            </a:r>
            <a:r>
              <a:rPr lang="fr-FR" i="1" dirty="0"/>
              <a:t> </a:t>
            </a:r>
            <a:r>
              <a:rPr lang="fr-FR" i="1" dirty="0" err="1"/>
              <a:t>selection</a:t>
            </a:r>
            <a:r>
              <a:rPr lang="fr-FR" i="1" dirty="0"/>
              <a:t> ???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7686FA-56C0-42FE-1B3B-385EB93E65D2}"/>
              </a:ext>
            </a:extLst>
          </p:cNvPr>
          <p:cNvSpPr>
            <a:spLocks noGrp="1"/>
          </p:cNvSpPr>
          <p:nvPr/>
        </p:nvSpPr>
        <p:spPr>
          <a:xfrm>
            <a:off x="486067" y="129238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What about unsupervised approach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F772C-B5B6-9AF0-B510-4220A57B4AB2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50C5E2A0-15D6-2C97-E95D-377EC4CBD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2924144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641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B25D-D7E8-0B14-E1E2-FFF75363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3CA39DAF-3ACE-7745-FD59-EEBA04E296FC}"/>
              </a:ext>
            </a:extLst>
          </p:cNvPr>
          <p:cNvSpPr txBox="1"/>
          <p:nvPr/>
        </p:nvSpPr>
        <p:spPr>
          <a:xfrm>
            <a:off x="4203700" y="1058170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5DA0916-05BF-286B-9EF5-BC7D8E584D7F}"/>
              </a:ext>
            </a:extLst>
          </p:cNvPr>
          <p:cNvSpPr txBox="1"/>
          <p:nvPr/>
        </p:nvSpPr>
        <p:spPr>
          <a:xfrm>
            <a:off x="2662236" y="1882380"/>
            <a:ext cx="7065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K </a:t>
            </a:r>
            <a:r>
              <a:rPr lang="fr-FR" b="1" dirty="0" err="1"/>
              <a:t>Means</a:t>
            </a:r>
            <a:r>
              <a:rPr lang="fr-FR" b="1" dirty="0"/>
              <a:t> ? How do </a:t>
            </a:r>
            <a:r>
              <a:rPr lang="fr-FR" b="1" dirty="0" err="1"/>
              <a:t>it</a:t>
            </a:r>
            <a:r>
              <a:rPr lang="fr-FR" b="1" dirty="0"/>
              <a:t> </a:t>
            </a:r>
            <a:r>
              <a:rPr lang="fr-FR" b="1" dirty="0" err="1"/>
              <a:t>work</a:t>
            </a:r>
            <a:r>
              <a:rPr lang="fr-FR" b="1" dirty="0"/>
              <a:t> ? How can </a:t>
            </a:r>
            <a:r>
              <a:rPr lang="fr-FR" b="1" dirty="0" err="1"/>
              <a:t>we</a:t>
            </a:r>
            <a:r>
              <a:rPr lang="fr-FR" b="1" dirty="0"/>
              <a:t> </a:t>
            </a:r>
            <a:r>
              <a:rPr lang="fr-FR" b="1" dirty="0" err="1"/>
              <a:t>find</a:t>
            </a:r>
            <a:r>
              <a:rPr lang="fr-FR" b="1" dirty="0"/>
              <a:t> pertinent clusters </a:t>
            </a:r>
            <a:r>
              <a:rPr lang="fr-FR" b="1" dirty="0" err="1"/>
              <a:t>with</a:t>
            </a:r>
            <a:r>
              <a:rPr lang="fr-FR" b="1" dirty="0"/>
              <a:t> </a:t>
            </a:r>
            <a:r>
              <a:rPr lang="fr-FR" b="1" dirty="0" err="1"/>
              <a:t>such</a:t>
            </a:r>
            <a:r>
              <a:rPr lang="fr-FR" b="1" dirty="0"/>
              <a:t> a high </a:t>
            </a:r>
            <a:r>
              <a:rPr lang="fr-FR" b="1" dirty="0" err="1"/>
              <a:t>number</a:t>
            </a:r>
            <a:r>
              <a:rPr lang="fr-FR" b="1" dirty="0"/>
              <a:t> of </a:t>
            </a:r>
            <a:r>
              <a:rPr lang="fr-FR" b="1" dirty="0" err="1"/>
              <a:t>features</a:t>
            </a:r>
            <a:r>
              <a:rPr lang="fr-FR" b="1" dirty="0"/>
              <a:t> ?</a:t>
            </a:r>
          </a:p>
          <a:p>
            <a:pPr algn="ctr"/>
            <a:endParaRPr lang="fr-FR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34E861-5208-8B2E-F650-13E38BB849E0}"/>
              </a:ext>
            </a:extLst>
          </p:cNvPr>
          <p:cNvSpPr>
            <a:spLocks noGrp="1"/>
          </p:cNvSpPr>
          <p:nvPr/>
        </p:nvSpPr>
        <p:spPr>
          <a:xfrm>
            <a:off x="486067" y="129238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What about unsupervised approach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2B5BD-62B1-7CBE-408F-C97EA049B533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0D19E38-6DB1-0515-E670-377F76A1C2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2634762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178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1539708E-BD18-8E31-1EFB-861093779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1089521"/>
              </p:ext>
            </p:extLst>
          </p:nvPr>
        </p:nvGraphicFramePr>
        <p:xfrm>
          <a:off x="976312" y="12594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735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F9F85EA-885D-2D63-B6BB-DD2C1E198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805" y="1086819"/>
            <a:ext cx="5639595" cy="39731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722AFEC-7161-4901-5D57-F2448BB5C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805" y="1097313"/>
            <a:ext cx="5639595" cy="3973100"/>
          </a:xfrm>
          <a:prstGeom prst="rect">
            <a:avLst/>
          </a:prstGeom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F9CF2C82-DDCB-5D75-0119-439D83F6B8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0629338"/>
              </p:ext>
            </p:extLst>
          </p:nvPr>
        </p:nvGraphicFramePr>
        <p:xfrm>
          <a:off x="378617" y="125941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6562D6C8-4E6C-34F1-9A27-2CE96E500845}"/>
              </a:ext>
            </a:extLst>
          </p:cNvPr>
          <p:cNvSpPr txBox="1"/>
          <p:nvPr/>
        </p:nvSpPr>
        <p:spPr>
          <a:xfrm>
            <a:off x="3286125" y="428625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Les données sont labellisées (</a:t>
            </a:r>
            <a:r>
              <a:rPr lang="fr-FR" b="1" dirty="0" err="1"/>
              <a:t>old</a:t>
            </a:r>
            <a:r>
              <a:rPr lang="fr-FR" b="1" dirty="0"/>
              <a:t> or </a:t>
            </a:r>
            <a:r>
              <a:rPr lang="fr-FR" b="1" dirty="0" err="1"/>
              <a:t>young</a:t>
            </a:r>
            <a:r>
              <a:rPr lang="fr-F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9473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E2996-BF00-B975-0DBB-1FDAD96A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CD3C7DF-E8D5-E20D-A859-0BD0B92A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805" y="1086819"/>
            <a:ext cx="5639595" cy="3973100"/>
          </a:xfrm>
          <a:prstGeom prst="rect">
            <a:avLst/>
          </a:prstGeom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C6954CE2-1732-4E01-8FBA-DB3EBBF20D8E}"/>
              </a:ext>
            </a:extLst>
          </p:cNvPr>
          <p:cNvGraphicFramePr/>
          <p:nvPr/>
        </p:nvGraphicFramePr>
        <p:xfrm>
          <a:off x="378617" y="125941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32B44928-C79F-AB14-7BBA-F250B0F60945}"/>
              </a:ext>
            </a:extLst>
          </p:cNvPr>
          <p:cNvSpPr txBox="1"/>
          <p:nvPr/>
        </p:nvSpPr>
        <p:spPr>
          <a:xfrm>
            <a:off x="3790950" y="504825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Le sujet jaune est-il « </a:t>
            </a:r>
            <a:r>
              <a:rPr lang="fr-FR" b="1" dirty="0" err="1"/>
              <a:t>old</a:t>
            </a:r>
            <a:r>
              <a:rPr lang="fr-FR" b="1" dirty="0"/>
              <a:t> » ou « </a:t>
            </a:r>
            <a:r>
              <a:rPr lang="fr-FR" b="1" dirty="0" err="1"/>
              <a:t>young</a:t>
            </a:r>
            <a:r>
              <a:rPr lang="fr-FR" b="1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380391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88B7F-CEE2-FE22-99BE-B8DF9255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92187E70-BA65-08A2-7F03-7B2B89E1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531" y="1322335"/>
            <a:ext cx="5639594" cy="397998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E1BBB84-6C78-3C00-F9DD-EFE0320225A2}"/>
              </a:ext>
            </a:extLst>
          </p:cNvPr>
          <p:cNvSpPr txBox="1"/>
          <p:nvPr/>
        </p:nvSpPr>
        <p:spPr>
          <a:xfrm>
            <a:off x="2355055" y="125941"/>
            <a:ext cx="74390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Le sujet jaune est-il « </a:t>
            </a:r>
            <a:r>
              <a:rPr lang="fr-FR" sz="1400" b="1" dirty="0" err="1"/>
              <a:t>old</a:t>
            </a:r>
            <a:r>
              <a:rPr lang="fr-FR" sz="1400" b="1" dirty="0"/>
              <a:t> » ou « </a:t>
            </a:r>
            <a:r>
              <a:rPr lang="fr-FR" sz="1400" b="1" dirty="0" err="1"/>
              <a:t>young</a:t>
            </a:r>
            <a:r>
              <a:rPr lang="fr-FR" sz="1400" b="1" dirty="0"/>
              <a:t> » ? Si votre algo vous dit « </a:t>
            </a:r>
            <a:r>
              <a:rPr lang="fr-FR" sz="1400" b="1" dirty="0" err="1"/>
              <a:t>young</a:t>
            </a:r>
            <a:r>
              <a:rPr lang="fr-FR" sz="1400" b="1" dirty="0"/>
              <a:t> », a-t-il raison ?</a:t>
            </a:r>
          </a:p>
          <a:p>
            <a:r>
              <a:rPr lang="fr-FR" sz="1400" b="1" dirty="0"/>
              <a:t>On peut donc en répétant cela avec plein de données test, tester les performances de prédiction.  Nombre de prédictions correctes vs nombre d’erreur.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42E750B7-2009-50FD-A155-E9496B8CA402}"/>
              </a:ext>
            </a:extLst>
          </p:cNvPr>
          <p:cNvGraphicFramePr/>
          <p:nvPr/>
        </p:nvGraphicFramePr>
        <p:xfrm>
          <a:off x="378617" y="125941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0539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AFF6-7491-0004-0808-B51C957F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E92315D-F195-B84B-26DC-56A37C5E68F4}"/>
              </a:ext>
            </a:extLst>
          </p:cNvPr>
          <p:cNvSpPr txBox="1"/>
          <p:nvPr/>
        </p:nvSpPr>
        <p:spPr>
          <a:xfrm>
            <a:off x="3185317" y="511399"/>
            <a:ext cx="67286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Mais si nous n’avons pas de labels. </a:t>
            </a:r>
          </a:p>
          <a:p>
            <a:endParaRPr lang="fr-FR" sz="1400" b="1" dirty="0"/>
          </a:p>
          <a:p>
            <a:r>
              <a:rPr lang="fr-FR" sz="1400" b="1" dirty="0"/>
              <a:t>Pouvons nous séparer les données en 2 classes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AFBF1B6-2BFC-E2CB-1023-9621D29EC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155" y="1497339"/>
            <a:ext cx="5188745" cy="3661812"/>
          </a:xfrm>
          <a:prstGeom prst="rect">
            <a:avLst/>
          </a:prstGeom>
        </p:spPr>
      </p:pic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05554C1D-9090-AE03-DFF3-46255E59B1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7884407"/>
              </p:ext>
            </p:extLst>
          </p:nvPr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937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1A8A-F7AE-7A8C-A546-CFC5F8FF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259D063B-9DE6-7487-4861-15810B2A1C01}"/>
              </a:ext>
            </a:extLst>
          </p:cNvPr>
          <p:cNvGraphicFramePr/>
          <p:nvPr/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3CA94653-3A61-CE79-64A3-FD9CE2B5E8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561" y="1714288"/>
            <a:ext cx="4524719" cy="31191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1982244-729C-80D6-2332-F89BCFA35617}"/>
              </a:ext>
            </a:extLst>
          </p:cNvPr>
          <p:cNvSpPr txBox="1"/>
          <p:nvPr/>
        </p:nvSpPr>
        <p:spPr>
          <a:xfrm>
            <a:off x="4191000" y="606318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298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CFD4-0EE8-219E-097B-E467E862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E97E2AA0-E634-9178-9407-1239E3652AA4}"/>
              </a:ext>
            </a:extLst>
          </p:cNvPr>
          <p:cNvGraphicFramePr/>
          <p:nvPr/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6AAE7F11-89CA-AD85-89B0-37A7DEB42D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561" y="1714288"/>
            <a:ext cx="4524719" cy="31191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FB3EBF9-903A-AE21-EB91-06877EAC6D4D}"/>
              </a:ext>
            </a:extLst>
          </p:cNvPr>
          <p:cNvSpPr txBox="1"/>
          <p:nvPr/>
        </p:nvSpPr>
        <p:spPr>
          <a:xfrm>
            <a:off x="4191000" y="606318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8655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DBF4-8221-226F-65DC-01E127B3C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8802CE4A-17A4-F166-EC26-ADA18727F635}"/>
              </a:ext>
            </a:extLst>
          </p:cNvPr>
          <p:cNvGraphicFramePr/>
          <p:nvPr/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D1EB5062-C814-B6A3-8E09-7C64DD014D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561" y="1714288"/>
            <a:ext cx="4524719" cy="31191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DC6EC9E-1407-2381-9811-3C632C7729DD}"/>
              </a:ext>
            </a:extLst>
          </p:cNvPr>
          <p:cNvSpPr txBox="1"/>
          <p:nvPr/>
        </p:nvSpPr>
        <p:spPr>
          <a:xfrm>
            <a:off x="4191000" y="606318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015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31CBA-8F51-3F9D-5290-05FE1CBAD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B4E4A78-ED99-5347-8B22-A815D2055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560" y="1714288"/>
            <a:ext cx="4524719" cy="3119111"/>
          </a:xfrm>
          <a:prstGeom prst="rect">
            <a:avLst/>
          </a:prstGeom>
        </p:spPr>
      </p:pic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E5C183D4-00AB-6F1B-77DE-CF7D6EF5E484}"/>
              </a:ext>
            </a:extLst>
          </p:cNvPr>
          <p:cNvGraphicFramePr/>
          <p:nvPr/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0B1984CB-F0DB-590D-6269-E01068A54CBB}"/>
              </a:ext>
            </a:extLst>
          </p:cNvPr>
          <p:cNvSpPr txBox="1"/>
          <p:nvPr/>
        </p:nvSpPr>
        <p:spPr>
          <a:xfrm>
            <a:off x="4191000" y="606318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713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C680-02E2-E729-1CE5-626853DC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03F5C21B-FBB2-C3C2-B896-D172F323BDE1}"/>
              </a:ext>
            </a:extLst>
          </p:cNvPr>
          <p:cNvGraphicFramePr/>
          <p:nvPr/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BF1418B9-DF05-35B1-31BD-25FF846D89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561" y="1714288"/>
            <a:ext cx="4524719" cy="31191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4A0F5A-70EE-7530-6A65-FE8C490432A7}"/>
              </a:ext>
            </a:extLst>
          </p:cNvPr>
          <p:cNvSpPr txBox="1"/>
          <p:nvPr/>
        </p:nvSpPr>
        <p:spPr>
          <a:xfrm>
            <a:off x="4191000" y="606318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2322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1115-816A-75D7-0ED1-A61AAD0C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ABFB2618-37DA-114C-4383-52CBE9D6C0D1}"/>
              </a:ext>
            </a:extLst>
          </p:cNvPr>
          <p:cNvGraphicFramePr/>
          <p:nvPr/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37352C45-A562-49F5-37B1-F4AA3FFDC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561" y="1718981"/>
            <a:ext cx="4517912" cy="311441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D6554D1-8BBA-8F9C-2BA3-C5E95C6BEF35}"/>
              </a:ext>
            </a:extLst>
          </p:cNvPr>
          <p:cNvSpPr txBox="1"/>
          <p:nvPr/>
        </p:nvSpPr>
        <p:spPr>
          <a:xfrm>
            <a:off x="4191000" y="606318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3893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B039-2704-1AB7-76F0-18D0B3B7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796959CE-7E94-AE26-801D-4FBC428FD6EA}"/>
              </a:ext>
            </a:extLst>
          </p:cNvPr>
          <p:cNvGraphicFramePr/>
          <p:nvPr/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569C4835-6DAE-6F9D-1FDF-076BBAB07E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818" y="1458885"/>
            <a:ext cx="4524719" cy="311911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C830257-C099-477B-25C5-7A4DFD3B92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5764" y="1459299"/>
            <a:ext cx="4524719" cy="311911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B135D73-095F-C960-FC92-88E4C4E402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782" y="1459275"/>
            <a:ext cx="4524719" cy="31191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2FAF853-B082-2195-6B27-27CD0AFF64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4942" y="1459761"/>
            <a:ext cx="4524719" cy="31191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C877153-7430-36D0-0F28-F9A61B5F7B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4283" y="1459940"/>
            <a:ext cx="4551492" cy="337345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4FD5ADF-A34D-043E-EEC2-F3410EA72CCA}"/>
              </a:ext>
            </a:extLst>
          </p:cNvPr>
          <p:cNvSpPr txBox="1"/>
          <p:nvPr/>
        </p:nvSpPr>
        <p:spPr>
          <a:xfrm>
            <a:off x="4191000" y="606318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757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648D-67D6-D187-C3B7-A6FF3F0A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A9C6A83E-DD59-6692-A0E2-1F2D5C14EA87}"/>
              </a:ext>
            </a:extLst>
          </p:cNvPr>
          <p:cNvGraphicFramePr/>
          <p:nvPr/>
        </p:nvGraphicFramePr>
        <p:xfrm>
          <a:off x="378618" y="253999"/>
          <a:ext cx="19764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2BA6FC0F-7D73-5F18-870C-BDED732772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818" y="1458885"/>
            <a:ext cx="4524719" cy="311911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D9C78BA-DFA9-F51E-BAF3-4EC8D0378B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5764" y="1459299"/>
            <a:ext cx="4524719" cy="311911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02909AB-5288-87D2-1DB1-4FDC6837D8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782" y="1459275"/>
            <a:ext cx="4524719" cy="31191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CC9937F-57A5-47B8-2A5C-D92C840136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4942" y="1459761"/>
            <a:ext cx="4524719" cy="31191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B2D1083-DD67-22EC-A1B7-23EBBDBFB0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4283" y="1459940"/>
            <a:ext cx="4551492" cy="337345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9CFDE4F-AA0A-4BFC-14E2-50574419228E}"/>
              </a:ext>
            </a:extLst>
          </p:cNvPr>
          <p:cNvSpPr txBox="1"/>
          <p:nvPr/>
        </p:nvSpPr>
        <p:spPr>
          <a:xfrm>
            <a:off x="6181725" y="1551662"/>
            <a:ext cx="28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Cluster 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724A256-2E24-45B5-3A24-FFC63F9892B1}"/>
              </a:ext>
            </a:extLst>
          </p:cNvPr>
          <p:cNvSpPr txBox="1"/>
          <p:nvPr/>
        </p:nvSpPr>
        <p:spPr>
          <a:xfrm>
            <a:off x="4041694" y="3647162"/>
            <a:ext cx="28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Cluster 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5C3071-31C6-763D-DFF0-B254889701AE}"/>
              </a:ext>
            </a:extLst>
          </p:cNvPr>
          <p:cNvSpPr txBox="1"/>
          <p:nvPr/>
        </p:nvSpPr>
        <p:spPr>
          <a:xfrm>
            <a:off x="4191000" y="606318"/>
            <a:ext cx="498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Kmeans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1879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FE090FC-7ADB-B70C-13B1-0805E011BAC7}"/>
              </a:ext>
            </a:extLst>
          </p:cNvPr>
          <p:cNvSpPr txBox="1"/>
          <p:nvPr/>
        </p:nvSpPr>
        <p:spPr>
          <a:xfrm>
            <a:off x="3524250" y="691118"/>
            <a:ext cx="7444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100 variables pour 40 sujets ….. 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F201D89F-4A2F-37D7-0E75-81EDD946C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351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CB31-03F4-9A29-6C4D-FE903785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18F9370-D6C0-8A65-BF94-57C07703B345}"/>
              </a:ext>
            </a:extLst>
          </p:cNvPr>
          <p:cNvSpPr txBox="1"/>
          <p:nvPr/>
        </p:nvSpPr>
        <p:spPr>
          <a:xfrm>
            <a:off x="1130018" y="759201"/>
            <a:ext cx="744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100 variables pour 40 sujets ….. Beaucoup trop de variables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5A354B6-C16F-3AAB-CD53-F4E9EBEE131F}"/>
              </a:ext>
            </a:extLst>
          </p:cNvPr>
          <p:cNvSpPr txBox="1"/>
          <p:nvPr/>
        </p:nvSpPr>
        <p:spPr>
          <a:xfrm>
            <a:off x="2825608" y="1316877"/>
            <a:ext cx="3188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Fléau de la dimension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9DAB1132-4849-BB08-01FC-2EDD0A1BB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5095" y="2002069"/>
            <a:ext cx="4305300" cy="3152775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FBAD36D7-7CB8-633D-6146-96EE24532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0398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8C470FC-CA33-B7F3-30CD-3372E70EC51A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470638-CC46-8D9A-71C1-731D5B5823B8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8C4C99FE-207B-78E5-8960-B584120F9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689172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2FDB2440-0D05-C670-F5D6-51C4E02828DD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B440518F-9EEE-FBF9-30F1-55E05862D2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0345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44FB-AA5C-6348-E50C-EE40D12D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3568914-CFBD-EFFE-9448-3F4FE918F815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AAE5815F-265F-C86D-743F-819DAD0F7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561185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77ACED60-F170-A1A4-8962-A2005FA46402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2FFE5A-CB7A-F8EC-6EFE-A9BF92B43F53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60DC5478-A92C-2C00-2529-2270E8F61A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2648248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6734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D0AA-6E6F-C874-477E-6483CDB2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F2A6109-8965-91F3-23C8-0BC53711CD88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29D42DC7-DB14-3687-36EE-02AF41044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605279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A68DFEA9-6B5E-7318-591A-3B8620C8B80B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2DC1BDDA-9C4F-BAC6-C400-D28590E806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2161015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62A90688-30FF-CC15-8D29-B2D7CA87AA8D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2253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F1E90-524F-E99F-91BC-51A1826A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ED4CD37-C2C9-140A-23B7-CDEFB87CE85B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A062BD99-B63A-27EC-3202-BDE759D38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890492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A61CCE56-3469-206B-6471-3DF66153820F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166E878-D359-CA68-AE46-9C5F6966B870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D9D4C63F-7650-74B9-8109-80BF1C032A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4112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32AA1-640C-F1BF-5797-A70AD098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08F76C3-DCD6-75CF-1B18-B43848AAE884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94AB868D-B3A9-1B8F-1427-0EBA4CB9D9DE}"/>
              </a:ext>
            </a:extLst>
          </p:cNvPr>
          <p:cNvGraphicFramePr>
            <a:graphicFrameLocks noGrp="1"/>
          </p:cNvGraphicFramePr>
          <p:nvPr/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6F5F1B60-C10B-C141-325F-234934867FE1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pour chaque run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DD9C30-738D-F9D2-6EB4-167338A42AA6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DD4CC5A8-7273-7CAD-A863-52692EE33A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818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76B0-6897-A935-C02F-FA5C0639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BE218A9-AA3E-45D0-1C62-8A36727D3446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84E804BF-F208-A60F-DA39-3DDAEA683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705252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91BEEE20-2D69-EAC2-F674-D68B2DFD7E2F}"/>
              </a:ext>
            </a:extLst>
          </p:cNvPr>
          <p:cNvSpPr txBox="1"/>
          <p:nvPr/>
        </p:nvSpPr>
        <p:spPr>
          <a:xfrm>
            <a:off x="3016175" y="3689050"/>
            <a:ext cx="6898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Run </a:t>
            </a:r>
            <a:r>
              <a:rPr lang="fr-FR" dirty="0" err="1"/>
              <a:t>Kmeans</a:t>
            </a:r>
            <a:r>
              <a:rPr lang="fr-FR" dirty="0"/>
              <a:t> sur 99 variables 100 fois. </a:t>
            </a:r>
          </a:p>
          <a:p>
            <a:r>
              <a:rPr lang="fr-FR" dirty="0"/>
              <a:t>On élimine la « </a:t>
            </a:r>
            <a:r>
              <a:rPr lang="fr-FR" dirty="0" err="1"/>
              <a:t>feature</a:t>
            </a:r>
            <a:r>
              <a:rPr lang="fr-FR" dirty="0"/>
              <a:t> » qui avait été enlevée lors du run ayant eu le meilleur score. C’est la moins importante pour faire les clusters.</a:t>
            </a:r>
          </a:p>
          <a:p>
            <a:r>
              <a:rPr lang="fr-FR" dirty="0"/>
              <a:t>Et on recommence avec 98 variables 99 fois … jusqu’à n’avoir que les X variables les plus importantes.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D257BC2-7B96-B783-BDB5-015DD2568896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72D13D3-B709-939C-4FC3-0C7777555082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51C21B7F-A877-88C2-7E35-67409B64B4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2902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0EBD-CF17-7737-E2EE-D30A21AE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9CDA204-2E03-400F-C317-81F64A2ACB8A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0F1BFA2-69DD-55A1-751E-F55B1E2D7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125216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A5D2F9C9-ECB8-9A8B-6906-3F4CBE1FDCDA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AC4D56E-3111-3E89-CD03-5BE7EB1520D2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0B601265-D7A6-58E5-5D27-94DFB22FB8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8FAF6E52-6909-378C-80D7-1F995E187CAE}"/>
              </a:ext>
            </a:extLst>
          </p:cNvPr>
          <p:cNvSpPr txBox="1"/>
          <p:nvPr/>
        </p:nvSpPr>
        <p:spPr>
          <a:xfrm>
            <a:off x="3016175" y="3689050"/>
            <a:ext cx="6898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Run </a:t>
            </a:r>
            <a:r>
              <a:rPr lang="fr-FR" dirty="0" err="1"/>
              <a:t>Kmeans</a:t>
            </a:r>
            <a:r>
              <a:rPr lang="fr-FR" dirty="0"/>
              <a:t> sur 99 variables 100 fois. </a:t>
            </a:r>
          </a:p>
          <a:p>
            <a:r>
              <a:rPr lang="fr-FR" dirty="0"/>
              <a:t>On élimine la « </a:t>
            </a:r>
            <a:r>
              <a:rPr lang="fr-FR" dirty="0" err="1"/>
              <a:t>feature</a:t>
            </a:r>
            <a:r>
              <a:rPr lang="fr-FR" dirty="0"/>
              <a:t> » qui avait été enlevée lors du run ayant eu le meilleur score. C’est la moins importante pour faire les clusters.</a:t>
            </a:r>
          </a:p>
          <a:p>
            <a:r>
              <a:rPr lang="fr-FR" dirty="0"/>
              <a:t>Et on recommence avec 98 variables 99 fois … jusqu’à n’avoir que les X variables les plus importantes.</a:t>
            </a:r>
          </a:p>
        </p:txBody>
      </p:sp>
    </p:spTree>
    <p:extLst>
      <p:ext uri="{BB962C8B-B14F-4D97-AF65-F5344CB8AC3E}">
        <p14:creationId xmlns:p14="http://schemas.microsoft.com/office/powerpoint/2010/main" val="3580943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C7238-CF31-195F-07E6-80E1EE02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945EBC5-A8B1-6783-38D2-BF95F84551F7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237EF6B-852F-E75F-1CAF-D07150AD3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540423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FFC411A4-36FC-053E-84C3-84A61451768E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D276F1-9330-56AB-8A07-21A73F71F0DE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DB0C136D-BCE8-FB0C-B422-A9D71735CF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2D8A2BA3-7AFF-F56A-4A25-8E36BB042FAD}"/>
              </a:ext>
            </a:extLst>
          </p:cNvPr>
          <p:cNvSpPr txBox="1"/>
          <p:nvPr/>
        </p:nvSpPr>
        <p:spPr>
          <a:xfrm>
            <a:off x="3016175" y="3689050"/>
            <a:ext cx="6898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Run </a:t>
            </a:r>
            <a:r>
              <a:rPr lang="fr-FR" dirty="0" err="1"/>
              <a:t>Kmeans</a:t>
            </a:r>
            <a:r>
              <a:rPr lang="fr-FR" dirty="0"/>
              <a:t> sur 99 variables 100 fois. </a:t>
            </a:r>
          </a:p>
          <a:p>
            <a:r>
              <a:rPr lang="fr-FR" dirty="0"/>
              <a:t>On élimine la « </a:t>
            </a:r>
            <a:r>
              <a:rPr lang="fr-FR" dirty="0" err="1"/>
              <a:t>feature</a:t>
            </a:r>
            <a:r>
              <a:rPr lang="fr-FR" dirty="0"/>
              <a:t> » qui avait été enlevée lors du run ayant eu le meilleur score. C’est la moins importante pour faire les clusters.</a:t>
            </a:r>
          </a:p>
          <a:p>
            <a:r>
              <a:rPr lang="fr-FR" dirty="0"/>
              <a:t>Et on recommence avec 98 variables 99 fois … jusqu’à n’avoir que les X variables les plus importantes.</a:t>
            </a:r>
          </a:p>
        </p:txBody>
      </p:sp>
    </p:spTree>
    <p:extLst>
      <p:ext uri="{BB962C8B-B14F-4D97-AF65-F5344CB8AC3E}">
        <p14:creationId xmlns:p14="http://schemas.microsoft.com/office/powerpoint/2010/main" val="2606805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D745-D5A0-7E77-2708-B29F2E7A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91033D3-22E0-8053-A553-ABCCEE979626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42713E67-1DD0-E028-A790-1CAD32994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429164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D9D99D67-7D6D-001F-6DC3-44216A2FD4DB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4489B6D-242A-6737-1820-30A4D9616CB4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6FB54A92-DFA2-0EB4-004D-F6C4090A04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A7F3660-7A61-D70B-4220-CD9F0CA1C1AE}"/>
              </a:ext>
            </a:extLst>
          </p:cNvPr>
          <p:cNvSpPr txBox="1"/>
          <p:nvPr/>
        </p:nvSpPr>
        <p:spPr>
          <a:xfrm>
            <a:off x="3016175" y="3689050"/>
            <a:ext cx="6898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Run </a:t>
            </a:r>
            <a:r>
              <a:rPr lang="fr-FR" dirty="0" err="1"/>
              <a:t>Kmeans</a:t>
            </a:r>
            <a:r>
              <a:rPr lang="fr-FR" dirty="0"/>
              <a:t> sur 99 variables 100 fois. </a:t>
            </a:r>
          </a:p>
          <a:p>
            <a:r>
              <a:rPr lang="fr-FR" dirty="0"/>
              <a:t>On élimine la « </a:t>
            </a:r>
            <a:r>
              <a:rPr lang="fr-FR" dirty="0" err="1"/>
              <a:t>feature</a:t>
            </a:r>
            <a:r>
              <a:rPr lang="fr-FR" dirty="0"/>
              <a:t> » qui avait été enlevée lors du run ayant eu le meilleur score. C’est la moins importante pour faire les clusters.</a:t>
            </a:r>
          </a:p>
          <a:p>
            <a:r>
              <a:rPr lang="fr-FR" dirty="0"/>
              <a:t>Et on recommence avec 98 variables 99 fois … jusqu’à n’avoir que les X variables les plus importantes.</a:t>
            </a:r>
          </a:p>
        </p:txBody>
      </p:sp>
    </p:spTree>
    <p:extLst>
      <p:ext uri="{BB962C8B-B14F-4D97-AF65-F5344CB8AC3E}">
        <p14:creationId xmlns:p14="http://schemas.microsoft.com/office/powerpoint/2010/main" val="1966247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8681-BD5A-A1D0-1573-CCBCC33B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33E1F56-750E-1201-9090-6AD1AFFED2C4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7C96DE3-3052-4487-0F26-6017F8D3B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88133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44E1FF7A-F707-9061-06BC-2A770EA8F1FF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3A7457-7E95-8C62-FAE5-2DE727821A87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21454312-EA37-5265-954A-F1AF4583B6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3B7023DA-FEC3-52BE-7878-B4637FC5C801}"/>
              </a:ext>
            </a:extLst>
          </p:cNvPr>
          <p:cNvSpPr txBox="1"/>
          <p:nvPr/>
        </p:nvSpPr>
        <p:spPr>
          <a:xfrm>
            <a:off x="3016175" y="3689050"/>
            <a:ext cx="6898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Run </a:t>
            </a:r>
            <a:r>
              <a:rPr lang="fr-FR" dirty="0" err="1"/>
              <a:t>Kmeans</a:t>
            </a:r>
            <a:r>
              <a:rPr lang="fr-FR" dirty="0"/>
              <a:t> sur 99 variables 100 fois. </a:t>
            </a:r>
          </a:p>
          <a:p>
            <a:r>
              <a:rPr lang="fr-FR" dirty="0"/>
              <a:t>On élimine la « </a:t>
            </a:r>
            <a:r>
              <a:rPr lang="fr-FR" dirty="0" err="1"/>
              <a:t>feature</a:t>
            </a:r>
            <a:r>
              <a:rPr lang="fr-FR" dirty="0"/>
              <a:t> » qui avait été enlevée lors du run ayant eu le meilleur score. C’est la moins importante pour faire les clusters.</a:t>
            </a:r>
          </a:p>
          <a:p>
            <a:r>
              <a:rPr lang="fr-FR" dirty="0"/>
              <a:t>Et on recommence avec 98 variables 99 fois … jusqu’à n’avoir que les X variables les plus importantes.</a:t>
            </a:r>
          </a:p>
        </p:txBody>
      </p:sp>
    </p:spTree>
    <p:extLst>
      <p:ext uri="{BB962C8B-B14F-4D97-AF65-F5344CB8AC3E}">
        <p14:creationId xmlns:p14="http://schemas.microsoft.com/office/powerpoint/2010/main" val="3265084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020C-3B08-65AE-2393-91402A34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1402AC2-7C25-D8AA-5961-8F9E4D4BE0FA}"/>
              </a:ext>
            </a:extLst>
          </p:cNvPr>
          <p:cNvSpPr txBox="1"/>
          <p:nvPr/>
        </p:nvSpPr>
        <p:spPr>
          <a:xfrm>
            <a:off x="3248024" y="1060450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De 100 à 5 </a:t>
            </a:r>
            <a:r>
              <a:rPr lang="fr-FR" b="1" dirty="0" err="1"/>
              <a:t>features</a:t>
            </a:r>
            <a:r>
              <a:rPr lang="fr-FR" b="1" dirty="0"/>
              <a:t>. …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F54BC005-AF6A-2D83-8B28-E810358BA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238719"/>
              </p:ext>
            </p:extLst>
          </p:nvPr>
        </p:nvGraphicFramePr>
        <p:xfrm>
          <a:off x="3083452" y="1978799"/>
          <a:ext cx="6653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80018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FBE3BB8D-CBF4-35CA-5FDB-2A3D80EE1688}"/>
              </a:ext>
            </a:extLst>
          </p:cNvPr>
          <p:cNvSpPr txBox="1"/>
          <p:nvPr/>
        </p:nvSpPr>
        <p:spPr>
          <a:xfrm>
            <a:off x="3016176" y="3689050"/>
            <a:ext cx="6720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a donc largement réduit le nombre de variables ! </a:t>
            </a:r>
          </a:p>
          <a:p>
            <a:endParaRPr lang="fr-FR" dirty="0"/>
          </a:p>
          <a:p>
            <a:r>
              <a:rPr lang="fr-FR" dirty="0"/>
              <a:t>On peut maintenant faire cette sélection pour chaque CC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2CF1956-3021-9B5A-314A-A2A976143192}"/>
              </a:ext>
            </a:extLst>
          </p:cNvPr>
          <p:cNvSpPr txBox="1"/>
          <p:nvPr/>
        </p:nvSpPr>
        <p:spPr>
          <a:xfrm>
            <a:off x="3131843" y="2373610"/>
            <a:ext cx="6997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Run </a:t>
            </a:r>
            <a:r>
              <a:rPr lang="fr-FR" sz="1200" dirty="0" err="1"/>
              <a:t>Kmeans</a:t>
            </a:r>
            <a:r>
              <a:rPr lang="fr-FR" sz="1200" dirty="0"/>
              <a:t> sur 99 variables 100 fois.</a:t>
            </a:r>
          </a:p>
          <a:p>
            <a:r>
              <a:rPr lang="fr-FR" sz="1200" dirty="0"/>
              <a:t>On obtient un score de </a:t>
            </a:r>
            <a:r>
              <a:rPr lang="fr-FR" sz="1200" dirty="0" err="1"/>
              <a:t>clusterisation</a:t>
            </a:r>
            <a:r>
              <a:rPr lang="fr-FR" sz="1200" dirty="0"/>
              <a:t> (min. </a:t>
            </a:r>
            <a:r>
              <a:rPr lang="fr-FR" sz="1200" dirty="0" err="1"/>
              <a:t>dist</a:t>
            </a:r>
            <a:r>
              <a:rPr lang="fr-FR" sz="1200" dirty="0"/>
              <a:t>. to cluster centers…)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BF0BF79-FB2A-E9FE-DC94-CF2046A142B8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D102AEF9-F771-2A7C-8721-83FB643C9A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9628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E472-8673-35B9-8FF0-C2913E97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CE5ADAB8-1710-C632-6F32-A0AA5CDA8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44330"/>
              </p:ext>
            </p:extLst>
          </p:nvPr>
        </p:nvGraphicFramePr>
        <p:xfrm>
          <a:off x="3435877" y="1386252"/>
          <a:ext cx="5001516" cy="400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76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40030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pic>
        <p:nvPicPr>
          <p:cNvPr id="2" name="Graphique 1">
            <a:extLst>
              <a:ext uri="{FF2B5EF4-FFF2-40B4-BE49-F238E27FC236}">
                <a16:creationId xmlns:a16="http://schemas.microsoft.com/office/drawing/2014/main" id="{04EABE33-BA18-F882-BB3D-20ED86EF1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609"/>
          <a:stretch/>
        </p:blipFill>
        <p:spPr>
          <a:xfrm>
            <a:off x="4317897" y="2065211"/>
            <a:ext cx="3237475" cy="308463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F5829A-C934-2F4D-EFA6-290DE1D1982E}"/>
              </a:ext>
            </a:extLst>
          </p:cNvPr>
          <p:cNvSpPr/>
          <p:nvPr/>
        </p:nvSpPr>
        <p:spPr>
          <a:xfrm>
            <a:off x="3333750" y="1388648"/>
            <a:ext cx="593407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6D439EA-13D2-2C66-A189-CB68B38EBB0C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DCCD05D4-1E6E-4A31-52A3-90534CDF2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66494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64EB-F436-E983-9911-19A65D61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F9D99E5E-8569-89DA-3D18-1CFA047E50A2}"/>
              </a:ext>
            </a:extLst>
          </p:cNvPr>
          <p:cNvGraphicFramePr>
            <a:graphicFrameLocks noGrp="1"/>
          </p:cNvGraphicFramePr>
          <p:nvPr/>
        </p:nvGraphicFramePr>
        <p:xfrm>
          <a:off x="3435877" y="1386252"/>
          <a:ext cx="5001516" cy="400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76">
                  <a:extLst>
                    <a:ext uri="{9D8B030D-6E8A-4147-A177-3AD203B41FA5}">
                      <a16:colId xmlns:a16="http://schemas.microsoft.com/office/drawing/2014/main" val="806515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42151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450211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569068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28702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410359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561304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09512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13655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5112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244536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296127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089856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7283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001186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997142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429704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8298174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663675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03322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95632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15103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259208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79531243"/>
                    </a:ext>
                  </a:extLst>
                </a:gridCol>
              </a:tblGrid>
              <a:tr h="40030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5688"/>
                  </a:ext>
                </a:extLst>
              </a:tr>
            </a:tbl>
          </a:graphicData>
        </a:graphic>
      </p:graphicFrame>
      <p:pic>
        <p:nvPicPr>
          <p:cNvPr id="2" name="Graphique 1">
            <a:extLst>
              <a:ext uri="{FF2B5EF4-FFF2-40B4-BE49-F238E27FC236}">
                <a16:creationId xmlns:a16="http://schemas.microsoft.com/office/drawing/2014/main" id="{52909AD3-AA5C-FE38-03DE-0699D7F5F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609"/>
          <a:stretch/>
        </p:blipFill>
        <p:spPr>
          <a:xfrm>
            <a:off x="4317897" y="2065211"/>
            <a:ext cx="3237475" cy="308463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7F7293-7C55-078E-86C8-339E3B8BC3B2}"/>
              </a:ext>
            </a:extLst>
          </p:cNvPr>
          <p:cNvSpPr/>
          <p:nvPr/>
        </p:nvSpPr>
        <p:spPr>
          <a:xfrm>
            <a:off x="3333750" y="1388648"/>
            <a:ext cx="593407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D6933E-EC93-61C6-DEB7-25F9258AC403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49F286BD-FD89-FE50-29F1-F552EC0B51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4504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4BD1-634C-227B-3820-8C268EAB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6BCFE8C6-6B89-5D6E-3692-CDCB26A3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2051"/>
          <a:stretch/>
        </p:blipFill>
        <p:spPr>
          <a:xfrm>
            <a:off x="2924968" y="1337028"/>
            <a:ext cx="6881815" cy="1741552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9AD4A44E-0DB1-209C-2030-E967D96A0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7486"/>
          <a:stretch/>
        </p:blipFill>
        <p:spPr>
          <a:xfrm>
            <a:off x="3370471" y="3395044"/>
            <a:ext cx="5048810" cy="174155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806BC44-D07D-9DC7-C994-C01DD5C2B62B}"/>
              </a:ext>
            </a:extLst>
          </p:cNvPr>
          <p:cNvSpPr txBox="1"/>
          <p:nvPr/>
        </p:nvSpPr>
        <p:spPr>
          <a:xfrm>
            <a:off x="2625725" y="381428"/>
            <a:ext cx="513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SFS :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Sequential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Feature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</a:rPr>
              <a:t>Selector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2217A3F0-A25B-7967-E4BA-44771F9D61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616936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92276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979C8-5446-CC98-DB1E-6055A32F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4127613-7727-AABE-0272-94478936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3317875"/>
            <a:ext cx="5267325" cy="20383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F332BA7-7698-6A2F-462D-D452CBD09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617" y="1610519"/>
            <a:ext cx="5987932" cy="148431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DB9685A-802C-F858-B06C-BB198750E0DB}"/>
              </a:ext>
            </a:extLst>
          </p:cNvPr>
          <p:cNvSpPr txBox="1"/>
          <p:nvPr/>
        </p:nvSpPr>
        <p:spPr>
          <a:xfrm>
            <a:off x="4845609" y="1046474"/>
            <a:ext cx="187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accent6">
                    <a:lumMod val="75000"/>
                  </a:schemeClr>
                </a:solidFill>
              </a:rPr>
              <a:t>CC1 5 </a:t>
            </a:r>
            <a:r>
              <a:rPr lang="fr-FR" b="1" i="1" dirty="0" err="1">
                <a:solidFill>
                  <a:schemeClr val="accent6">
                    <a:lumMod val="75000"/>
                  </a:schemeClr>
                </a:solidFill>
              </a:rPr>
              <a:t>features</a:t>
            </a:r>
            <a:endParaRPr lang="fr-FR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0E68A9B5-9CF8-F557-91A8-0D7AB9A3F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525074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F2DDA98C-5B20-7C89-E2E7-15B1D4C28765}"/>
              </a:ext>
            </a:extLst>
          </p:cNvPr>
          <p:cNvSpPr>
            <a:spLocks noGrp="1"/>
          </p:cNvSpPr>
          <p:nvPr/>
        </p:nvSpPr>
        <p:spPr>
          <a:xfrm>
            <a:off x="486067" y="129238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clusters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FB359E-6C9F-B0EF-2F3F-7E37951E6D50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4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13FE-1E69-F8D0-2F6E-A8DDD8A7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A77D276A-B45D-F81F-E158-661A24C4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3336925"/>
            <a:ext cx="5267325" cy="20193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B9AA4E2-EF4E-ADE8-8A8B-25F2651F0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092" y="1696941"/>
            <a:ext cx="5934208" cy="139923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746965B-7665-98ED-204D-511D720D8E2D}"/>
              </a:ext>
            </a:extLst>
          </p:cNvPr>
          <p:cNvSpPr>
            <a:spLocks noGrp="1"/>
          </p:cNvSpPr>
          <p:nvPr/>
        </p:nvSpPr>
        <p:spPr>
          <a:xfrm>
            <a:off x="486067" y="129238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clusters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5F2928-1312-9CBB-BECF-389FE5294E6F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BB34FBD-08F5-CA0E-2A0C-E16EBE3EDADE}"/>
              </a:ext>
            </a:extLst>
          </p:cNvPr>
          <p:cNvSpPr/>
          <p:nvPr/>
        </p:nvSpPr>
        <p:spPr>
          <a:xfrm>
            <a:off x="5493442" y="1575021"/>
            <a:ext cx="388620" cy="3670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3135140-22E6-244A-62F6-70B367A3F361}"/>
              </a:ext>
            </a:extLst>
          </p:cNvPr>
          <p:cNvSpPr/>
          <p:nvPr/>
        </p:nvSpPr>
        <p:spPr>
          <a:xfrm>
            <a:off x="7558462" y="1575021"/>
            <a:ext cx="388620" cy="3670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134790B-D9D1-2367-0650-3676873C95AA}"/>
              </a:ext>
            </a:extLst>
          </p:cNvPr>
          <p:cNvCxnSpPr/>
          <p:nvPr/>
        </p:nvCxnSpPr>
        <p:spPr>
          <a:xfrm>
            <a:off x="5692515" y="1758535"/>
            <a:ext cx="0" cy="107674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2D41E9C1-D310-BA81-78D5-5BFC9385F3E0}"/>
              </a:ext>
            </a:extLst>
          </p:cNvPr>
          <p:cNvCxnSpPr/>
          <p:nvPr/>
        </p:nvCxnSpPr>
        <p:spPr>
          <a:xfrm>
            <a:off x="7743246" y="1758535"/>
            <a:ext cx="0" cy="107674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22B99AEA-AB25-EEBE-D51C-5D03532641D4}"/>
              </a:ext>
            </a:extLst>
          </p:cNvPr>
          <p:cNvSpPr txBox="1"/>
          <p:nvPr/>
        </p:nvSpPr>
        <p:spPr>
          <a:xfrm>
            <a:off x="4845609" y="1046474"/>
            <a:ext cx="230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accent6">
                    <a:lumMod val="75000"/>
                  </a:schemeClr>
                </a:solidFill>
              </a:rPr>
              <a:t>CC1 10 </a:t>
            </a:r>
            <a:r>
              <a:rPr lang="fr-FR" b="1" i="1" dirty="0" err="1">
                <a:solidFill>
                  <a:schemeClr val="accent6">
                    <a:lumMod val="75000"/>
                  </a:schemeClr>
                </a:solidFill>
              </a:rPr>
              <a:t>features</a:t>
            </a:r>
            <a:endParaRPr lang="fr-FR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6" name="Diagramme 15">
            <a:extLst>
              <a:ext uri="{FF2B5EF4-FFF2-40B4-BE49-F238E27FC236}">
                <a16:creationId xmlns:a16="http://schemas.microsoft.com/office/drawing/2014/main" id="{57D2B8A0-0D8B-3E59-E66D-49569E24D0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6233578"/>
              </p:ext>
            </p:extLst>
          </p:nvPr>
        </p:nvGraphicFramePr>
        <p:xfrm>
          <a:off x="-882667" y="15440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68244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1B761-DAFC-497B-E94A-FA8AD048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93045E3-35B0-AA6B-3A4F-885166DD9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64" y="1413607"/>
            <a:ext cx="2077750" cy="150967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4D94195-4A94-C58C-4069-6AFB2C4D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595" y="1413607"/>
            <a:ext cx="2046623" cy="150967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54B0953-009A-80B3-ADA8-57A582C39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871" y="1400285"/>
            <a:ext cx="1984368" cy="149411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4A2864C-26A7-9FF0-3B35-166D12F26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43" y="3195186"/>
            <a:ext cx="2054404" cy="150967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59D5840-B38A-686A-D038-B02A5800B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5228" y="3224072"/>
            <a:ext cx="2046623" cy="150967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2C7DAAA-2C6A-372E-F64B-436C590EC9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6432" y="3195186"/>
            <a:ext cx="2046623" cy="150967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E691989-E7D9-C3C1-59F5-4D564F3E34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0392" y="3258865"/>
            <a:ext cx="1976586" cy="14941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6B3C9D-A015-C610-8549-2EF82B56D47B}"/>
              </a:ext>
            </a:extLst>
          </p:cNvPr>
          <p:cNvSpPr/>
          <p:nvPr/>
        </p:nvSpPr>
        <p:spPr>
          <a:xfrm>
            <a:off x="853440" y="2316689"/>
            <a:ext cx="815340" cy="335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4DFE4-7DFD-350E-F0DE-534B9892FB6D}"/>
              </a:ext>
            </a:extLst>
          </p:cNvPr>
          <p:cNvSpPr/>
          <p:nvPr/>
        </p:nvSpPr>
        <p:spPr>
          <a:xfrm>
            <a:off x="3329940" y="2351482"/>
            <a:ext cx="815340" cy="335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71B3C0-429A-36E5-8FD6-4A851D54AD4D}"/>
              </a:ext>
            </a:extLst>
          </p:cNvPr>
          <p:cNvSpPr/>
          <p:nvPr/>
        </p:nvSpPr>
        <p:spPr>
          <a:xfrm>
            <a:off x="6895052" y="1452898"/>
            <a:ext cx="815340" cy="335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E63C61-4866-A9F4-9671-E4DB7AA9A415}"/>
              </a:ext>
            </a:extLst>
          </p:cNvPr>
          <p:cNvSpPr>
            <a:spLocks noGrp="1"/>
          </p:cNvSpPr>
          <p:nvPr/>
        </p:nvSpPr>
        <p:spPr>
          <a:xfrm>
            <a:off x="486067" y="129238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clusters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88772-B138-660F-F9F3-31A275CF22F0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706DEC-F3EE-785E-7550-00C5FF9A5A34}"/>
              </a:ext>
            </a:extLst>
          </p:cNvPr>
          <p:cNvSpPr txBox="1"/>
          <p:nvPr/>
        </p:nvSpPr>
        <p:spPr>
          <a:xfrm>
            <a:off x="3817854" y="893881"/>
            <a:ext cx="280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accent6">
                    <a:lumMod val="75000"/>
                  </a:schemeClr>
                </a:solidFill>
              </a:rPr>
              <a:t>CC1 to CC7 - 5 </a:t>
            </a:r>
            <a:r>
              <a:rPr lang="fr-FR" b="1" i="1" dirty="0" err="1">
                <a:solidFill>
                  <a:schemeClr val="accent6">
                    <a:lumMod val="75000"/>
                  </a:schemeClr>
                </a:solidFill>
              </a:rPr>
              <a:t>features</a:t>
            </a:r>
            <a:endParaRPr lang="fr-FR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1471C1-95E3-0377-A8D9-C16B7D79A04A}"/>
              </a:ext>
            </a:extLst>
          </p:cNvPr>
          <p:cNvSpPr/>
          <p:nvPr/>
        </p:nvSpPr>
        <p:spPr>
          <a:xfrm>
            <a:off x="903168" y="3266360"/>
            <a:ext cx="815340" cy="335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6E844F-6FF2-87EF-F12D-DAE4DDEBE0B0}"/>
              </a:ext>
            </a:extLst>
          </p:cNvPr>
          <p:cNvSpPr/>
          <p:nvPr/>
        </p:nvSpPr>
        <p:spPr>
          <a:xfrm>
            <a:off x="3410184" y="3258865"/>
            <a:ext cx="815340" cy="335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8DD0A4-4686-FA44-4647-BEF07B3BB006}"/>
              </a:ext>
            </a:extLst>
          </p:cNvPr>
          <p:cNvSpPr/>
          <p:nvPr/>
        </p:nvSpPr>
        <p:spPr>
          <a:xfrm>
            <a:off x="5129962" y="2178570"/>
            <a:ext cx="922958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889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4879-B52E-0EFF-AE4A-8498014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23A4AEB-AC96-23B6-A55A-7885F4459F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096"/>
          <a:stretch/>
        </p:blipFill>
        <p:spPr>
          <a:xfrm>
            <a:off x="3599071" y="1056894"/>
            <a:ext cx="5346281" cy="17748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225CCF1-E791-E85C-E448-4BBEC6905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08" t="6764"/>
          <a:stretch/>
        </p:blipFill>
        <p:spPr>
          <a:xfrm>
            <a:off x="2708827" y="3100181"/>
            <a:ext cx="7126768" cy="1654771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3CF2B337-43BC-7DD5-14E6-A167CF6C8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716967"/>
              </p:ext>
            </p:extLst>
          </p:nvPr>
        </p:nvGraphicFramePr>
        <p:xfrm>
          <a:off x="-699787" y="20774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54D80786-B498-FFFA-E8C2-B3FF0F044B29}"/>
              </a:ext>
            </a:extLst>
          </p:cNvPr>
          <p:cNvSpPr>
            <a:spLocks noGrp="1"/>
          </p:cNvSpPr>
          <p:nvPr/>
        </p:nvSpPr>
        <p:spPr>
          <a:xfrm>
            <a:off x="486067" y="129238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clusters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8D1F98-FB05-2107-1A46-C8F9CC310D7C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1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07AC-E59B-F16E-7AB8-964143EC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6ACA7DE3-7411-458D-E7EB-564E1D3F3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447"/>
          <a:stretch/>
        </p:blipFill>
        <p:spPr>
          <a:xfrm>
            <a:off x="295926" y="108265"/>
            <a:ext cx="1847057" cy="1741552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F3DEF559-16BA-8C48-DE6A-D5679671F4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3371841"/>
              </p:ext>
            </p:extLst>
          </p:nvPr>
        </p:nvGraphicFramePr>
        <p:xfrm>
          <a:off x="-699787" y="20774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Graphique 8">
            <a:extLst>
              <a:ext uri="{FF2B5EF4-FFF2-40B4-BE49-F238E27FC236}">
                <a16:creationId xmlns:a16="http://schemas.microsoft.com/office/drawing/2014/main" id="{10833DAC-20C1-76DB-3D48-69343D3B7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547" r="14014"/>
          <a:stretch/>
        </p:blipFill>
        <p:spPr>
          <a:xfrm>
            <a:off x="356080" y="108265"/>
            <a:ext cx="1714732" cy="17415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48ECCFD-1F12-CB6C-AFE2-405A03FEF72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1004"/>
          <a:stretch/>
        </p:blipFill>
        <p:spPr>
          <a:xfrm>
            <a:off x="3061354" y="781649"/>
            <a:ext cx="2848322" cy="271545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DFAA67B-4925-874C-3AC8-947DA07D7A3F}"/>
              </a:ext>
            </a:extLst>
          </p:cNvPr>
          <p:cNvSpPr/>
          <p:nvPr/>
        </p:nvSpPr>
        <p:spPr>
          <a:xfrm>
            <a:off x="3497580" y="781649"/>
            <a:ext cx="2406544" cy="23958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560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75DA-69B9-4A62-0425-96C7454A5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2D992307-FE9F-BB07-CB9F-8C866F79E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447"/>
          <a:stretch/>
        </p:blipFill>
        <p:spPr>
          <a:xfrm>
            <a:off x="295926" y="108265"/>
            <a:ext cx="1847057" cy="1741552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F46ADE96-DC23-C3AF-A81E-17CD6D7F83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2706992"/>
              </p:ext>
            </p:extLst>
          </p:nvPr>
        </p:nvGraphicFramePr>
        <p:xfrm>
          <a:off x="-699787" y="20774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Graphique 8">
            <a:extLst>
              <a:ext uri="{FF2B5EF4-FFF2-40B4-BE49-F238E27FC236}">
                <a16:creationId xmlns:a16="http://schemas.microsoft.com/office/drawing/2014/main" id="{63C1F0D5-FEC4-8616-C906-CCBD9C807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547" r="14014"/>
          <a:stretch/>
        </p:blipFill>
        <p:spPr>
          <a:xfrm>
            <a:off x="356080" y="108265"/>
            <a:ext cx="1714732" cy="17415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7E4567D-BFEA-31AF-729F-D361D30E5A0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1004"/>
          <a:stretch/>
        </p:blipFill>
        <p:spPr>
          <a:xfrm>
            <a:off x="3061354" y="781649"/>
            <a:ext cx="2848322" cy="271545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57402B-E797-9145-56FF-830EBE57C749}"/>
              </a:ext>
            </a:extLst>
          </p:cNvPr>
          <p:cNvSpPr/>
          <p:nvPr/>
        </p:nvSpPr>
        <p:spPr>
          <a:xfrm>
            <a:off x="4686300" y="781649"/>
            <a:ext cx="1217824" cy="23958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02365E-535E-0489-4611-B4584AA4DADA}"/>
              </a:ext>
            </a:extLst>
          </p:cNvPr>
          <p:cNvSpPr txBox="1"/>
          <p:nvPr/>
        </p:nvSpPr>
        <p:spPr>
          <a:xfrm>
            <a:off x="4485515" y="277418"/>
            <a:ext cx="346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6">
                    <a:lumMod val="75000"/>
                  </a:schemeClr>
                </a:solidFill>
              </a:rPr>
              <a:t>CC6 segment 64 as </a:t>
            </a:r>
            <a:r>
              <a:rPr lang="fr-FR" i="1" dirty="0" err="1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fr-FR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8013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16664-D408-CAE1-854F-0F3616C1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6942DEFC-5C80-AB95-7271-2088A969F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447"/>
          <a:stretch/>
        </p:blipFill>
        <p:spPr>
          <a:xfrm>
            <a:off x="295926" y="108265"/>
            <a:ext cx="1847057" cy="1741552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479EF967-EEB7-919A-21E0-4E89E951D4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13901"/>
              </p:ext>
            </p:extLst>
          </p:nvPr>
        </p:nvGraphicFramePr>
        <p:xfrm>
          <a:off x="-699787" y="20774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Graphique 8">
            <a:extLst>
              <a:ext uri="{FF2B5EF4-FFF2-40B4-BE49-F238E27FC236}">
                <a16:creationId xmlns:a16="http://schemas.microsoft.com/office/drawing/2014/main" id="{AE1108E4-593B-F896-3166-FF3D0C04F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547" r="14014"/>
          <a:stretch/>
        </p:blipFill>
        <p:spPr>
          <a:xfrm>
            <a:off x="356080" y="108265"/>
            <a:ext cx="1714732" cy="17415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910E638-E1B0-9544-96FD-FD1EC3606D3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1004"/>
          <a:stretch/>
        </p:blipFill>
        <p:spPr>
          <a:xfrm>
            <a:off x="3061354" y="781649"/>
            <a:ext cx="2848322" cy="271545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A4F82A8-1EF1-43EF-326B-3CD94A567E47}"/>
              </a:ext>
            </a:extLst>
          </p:cNvPr>
          <p:cNvSpPr txBox="1"/>
          <p:nvPr/>
        </p:nvSpPr>
        <p:spPr>
          <a:xfrm>
            <a:off x="4485515" y="277418"/>
            <a:ext cx="346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6">
                    <a:lumMod val="75000"/>
                  </a:schemeClr>
                </a:solidFill>
              </a:rPr>
              <a:t>CC6 segment 64 as </a:t>
            </a:r>
            <a:r>
              <a:rPr lang="fr-FR" i="1" dirty="0" err="1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fr-FR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350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55CF7-9956-88FF-D6E9-F33BEE9B9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DF2A7485-328C-9400-0E04-A2AD5FC53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447"/>
          <a:stretch/>
        </p:blipFill>
        <p:spPr>
          <a:xfrm>
            <a:off x="295926" y="108265"/>
            <a:ext cx="1847057" cy="1741552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9798DFA-E57E-4C6E-605B-0F1F41C9ED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438586"/>
              </p:ext>
            </p:extLst>
          </p:nvPr>
        </p:nvGraphicFramePr>
        <p:xfrm>
          <a:off x="-699787" y="20774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Graphique 8">
            <a:extLst>
              <a:ext uri="{FF2B5EF4-FFF2-40B4-BE49-F238E27FC236}">
                <a16:creationId xmlns:a16="http://schemas.microsoft.com/office/drawing/2014/main" id="{659F2B5B-9663-EE2F-92C4-17D2751F0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547" r="14014"/>
          <a:stretch/>
        </p:blipFill>
        <p:spPr>
          <a:xfrm>
            <a:off x="356080" y="108265"/>
            <a:ext cx="1714732" cy="17415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1B19F1C-D857-DCC9-93BB-8A98D59B09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1004"/>
          <a:stretch/>
        </p:blipFill>
        <p:spPr>
          <a:xfrm>
            <a:off x="3061354" y="781649"/>
            <a:ext cx="2848322" cy="2715456"/>
          </a:xfrm>
          <a:prstGeom prst="rect">
            <a:avLst/>
          </a:prstGeom>
        </p:spPr>
      </p:pic>
      <p:sp>
        <p:nvSpPr>
          <p:cNvPr id="3" name="Flèche : gauche 2">
            <a:extLst>
              <a:ext uri="{FF2B5EF4-FFF2-40B4-BE49-F238E27FC236}">
                <a16:creationId xmlns:a16="http://schemas.microsoft.com/office/drawing/2014/main" id="{2C0D73FD-55C9-2AC5-E072-EFE1B2A2B5F8}"/>
              </a:ext>
            </a:extLst>
          </p:cNvPr>
          <p:cNvSpPr/>
          <p:nvPr/>
        </p:nvSpPr>
        <p:spPr>
          <a:xfrm rot="19445780">
            <a:off x="5289585" y="726340"/>
            <a:ext cx="487680" cy="1106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6198BC6-1168-4513-EC3F-48BBC8DB3864}"/>
              </a:ext>
            </a:extLst>
          </p:cNvPr>
          <p:cNvSpPr txBox="1"/>
          <p:nvPr/>
        </p:nvSpPr>
        <p:spPr>
          <a:xfrm>
            <a:off x="4485515" y="277418"/>
            <a:ext cx="346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6">
                    <a:lumMod val="75000"/>
                  </a:schemeClr>
                </a:solidFill>
              </a:rPr>
              <a:t>CC6 segment 64 as </a:t>
            </a:r>
            <a:r>
              <a:rPr lang="fr-FR" i="1" dirty="0" err="1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fr-FR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444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1E1D9-E5F4-0426-9D2B-EF45DED1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1C332DA1-0C80-6722-05A3-CAE057359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447"/>
          <a:stretch/>
        </p:blipFill>
        <p:spPr>
          <a:xfrm>
            <a:off x="295926" y="108265"/>
            <a:ext cx="1847057" cy="1741552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9F23EFB2-81F8-8A32-557B-32C6F945B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800091"/>
              </p:ext>
            </p:extLst>
          </p:nvPr>
        </p:nvGraphicFramePr>
        <p:xfrm>
          <a:off x="-699787" y="20774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D7A93F21-2027-07A2-4115-B8960A8210B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008" b="48996"/>
          <a:stretch/>
        </p:blipFill>
        <p:spPr>
          <a:xfrm>
            <a:off x="6569998" y="2601163"/>
            <a:ext cx="2848322" cy="2715457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454389E2-D018-54D8-5B0C-72E2F860E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547" r="14014"/>
          <a:stretch/>
        </p:blipFill>
        <p:spPr>
          <a:xfrm>
            <a:off x="356080" y="108265"/>
            <a:ext cx="1714732" cy="17415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0444A9A-87BE-E875-C6B1-268511D28CE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1004"/>
          <a:stretch/>
        </p:blipFill>
        <p:spPr>
          <a:xfrm>
            <a:off x="3061354" y="781649"/>
            <a:ext cx="2848322" cy="2715456"/>
          </a:xfrm>
          <a:prstGeom prst="rect">
            <a:avLst/>
          </a:prstGeom>
        </p:spPr>
      </p:pic>
      <p:sp>
        <p:nvSpPr>
          <p:cNvPr id="3" name="Flèche : gauche 2">
            <a:extLst>
              <a:ext uri="{FF2B5EF4-FFF2-40B4-BE49-F238E27FC236}">
                <a16:creationId xmlns:a16="http://schemas.microsoft.com/office/drawing/2014/main" id="{8858F753-5D4D-EFDB-C0C9-7EBA9B22972E}"/>
              </a:ext>
            </a:extLst>
          </p:cNvPr>
          <p:cNvSpPr/>
          <p:nvPr/>
        </p:nvSpPr>
        <p:spPr>
          <a:xfrm rot="19445780">
            <a:off x="5289585" y="726340"/>
            <a:ext cx="487680" cy="1106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gauche 3">
            <a:extLst>
              <a:ext uri="{FF2B5EF4-FFF2-40B4-BE49-F238E27FC236}">
                <a16:creationId xmlns:a16="http://schemas.microsoft.com/office/drawing/2014/main" id="{51F3BFC1-F8EF-591A-3D8E-7445FCF21925}"/>
              </a:ext>
            </a:extLst>
          </p:cNvPr>
          <p:cNvSpPr/>
          <p:nvPr/>
        </p:nvSpPr>
        <p:spPr>
          <a:xfrm rot="19445780">
            <a:off x="7583205" y="2501799"/>
            <a:ext cx="487680" cy="1106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CB5D1-13F5-ED1F-9058-0793F39AFC13}"/>
              </a:ext>
            </a:extLst>
          </p:cNvPr>
          <p:cNvSpPr/>
          <p:nvPr/>
        </p:nvSpPr>
        <p:spPr>
          <a:xfrm>
            <a:off x="7011776" y="2301241"/>
            <a:ext cx="2406544" cy="26578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52B3E3-C069-99E5-10C3-B56D35013FC3}"/>
              </a:ext>
            </a:extLst>
          </p:cNvPr>
          <p:cNvSpPr txBox="1"/>
          <p:nvPr/>
        </p:nvSpPr>
        <p:spPr>
          <a:xfrm>
            <a:off x="4485515" y="277418"/>
            <a:ext cx="346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6">
                    <a:lumMod val="75000"/>
                  </a:schemeClr>
                </a:solidFill>
              </a:rPr>
              <a:t>CC6 segment 64 as </a:t>
            </a:r>
            <a:r>
              <a:rPr lang="fr-FR" i="1" dirty="0" err="1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fr-FR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7862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9739-7AE7-CADA-2851-F00E50E4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118EA0AF-CBFF-3F42-BFC7-44F3B1A4B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447"/>
          <a:stretch/>
        </p:blipFill>
        <p:spPr>
          <a:xfrm>
            <a:off x="295926" y="108265"/>
            <a:ext cx="1847057" cy="1741552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948B2EB-0445-D2B3-371B-B2FEE76427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646898"/>
              </p:ext>
            </p:extLst>
          </p:nvPr>
        </p:nvGraphicFramePr>
        <p:xfrm>
          <a:off x="-699787" y="2077485"/>
          <a:ext cx="4025370" cy="336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56AA2ECE-1D7B-301B-E9C4-C6DB05DFFD5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008" b="48996"/>
          <a:stretch/>
        </p:blipFill>
        <p:spPr>
          <a:xfrm>
            <a:off x="6569998" y="2601163"/>
            <a:ext cx="2848322" cy="2715457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78D670F9-E615-1DAE-2207-55FE9CA28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547" r="14014"/>
          <a:stretch/>
        </p:blipFill>
        <p:spPr>
          <a:xfrm>
            <a:off x="356080" y="108265"/>
            <a:ext cx="1714732" cy="17415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3EEC890-F756-D2DA-199A-80043B02977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1004"/>
          <a:stretch/>
        </p:blipFill>
        <p:spPr>
          <a:xfrm>
            <a:off x="3061354" y="781649"/>
            <a:ext cx="2848322" cy="2715456"/>
          </a:xfrm>
          <a:prstGeom prst="rect">
            <a:avLst/>
          </a:prstGeom>
        </p:spPr>
      </p:pic>
      <p:sp>
        <p:nvSpPr>
          <p:cNvPr id="3" name="Flèche : gauche 2">
            <a:extLst>
              <a:ext uri="{FF2B5EF4-FFF2-40B4-BE49-F238E27FC236}">
                <a16:creationId xmlns:a16="http://schemas.microsoft.com/office/drawing/2014/main" id="{FFBE8EC2-7C4F-8A6D-3EAC-D629F85A1946}"/>
              </a:ext>
            </a:extLst>
          </p:cNvPr>
          <p:cNvSpPr/>
          <p:nvPr/>
        </p:nvSpPr>
        <p:spPr>
          <a:xfrm rot="19445780">
            <a:off x="5289585" y="726340"/>
            <a:ext cx="487680" cy="1106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gauche 3">
            <a:extLst>
              <a:ext uri="{FF2B5EF4-FFF2-40B4-BE49-F238E27FC236}">
                <a16:creationId xmlns:a16="http://schemas.microsoft.com/office/drawing/2014/main" id="{3AE86E45-7233-13E0-A274-EBB782464C50}"/>
              </a:ext>
            </a:extLst>
          </p:cNvPr>
          <p:cNvSpPr/>
          <p:nvPr/>
        </p:nvSpPr>
        <p:spPr>
          <a:xfrm rot="19445780">
            <a:off x="7583205" y="2501799"/>
            <a:ext cx="487680" cy="1106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C728060-AC5A-17CB-BEFD-AFBD9EC675C4}"/>
              </a:ext>
            </a:extLst>
          </p:cNvPr>
          <p:cNvSpPr txBox="1"/>
          <p:nvPr/>
        </p:nvSpPr>
        <p:spPr>
          <a:xfrm>
            <a:off x="4485515" y="277418"/>
            <a:ext cx="346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6">
                    <a:lumMod val="75000"/>
                  </a:schemeClr>
                </a:solidFill>
              </a:rPr>
              <a:t>CC6 segment 64 as </a:t>
            </a:r>
            <a:r>
              <a:rPr lang="fr-FR" i="1" dirty="0" err="1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fr-FR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712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1DB16B7-9BCA-5E07-72B2-38FC7217D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60" t="50239"/>
          <a:stretch/>
        </p:blipFill>
        <p:spPr>
          <a:xfrm>
            <a:off x="181368" y="3104243"/>
            <a:ext cx="4640903" cy="19195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10A572-4496-3070-D256-32F4982EFAA3}"/>
              </a:ext>
            </a:extLst>
          </p:cNvPr>
          <p:cNvSpPr/>
          <p:nvPr/>
        </p:nvSpPr>
        <p:spPr>
          <a:xfrm>
            <a:off x="913142" y="1075244"/>
            <a:ext cx="922958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525B7C4-19CE-76CC-C627-7327F7D5EC8B}"/>
              </a:ext>
            </a:extLst>
          </p:cNvPr>
          <p:cNvSpPr txBox="1"/>
          <p:nvPr/>
        </p:nvSpPr>
        <p:spPr>
          <a:xfrm>
            <a:off x="4485515" y="277418"/>
            <a:ext cx="346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6">
                    <a:lumMod val="75000"/>
                  </a:schemeClr>
                </a:solidFill>
              </a:rPr>
              <a:t>CC6 as </a:t>
            </a:r>
            <a:r>
              <a:rPr lang="fr-FR" i="1" dirty="0" err="1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fr-FR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109ECBD-0CF0-C5DD-3F20-0996580DF03F}"/>
              </a:ext>
            </a:extLst>
          </p:cNvPr>
          <p:cNvGrpSpPr/>
          <p:nvPr/>
        </p:nvGrpSpPr>
        <p:grpSpPr>
          <a:xfrm>
            <a:off x="1132643" y="1075244"/>
            <a:ext cx="2350079" cy="1919557"/>
            <a:chOff x="294880" y="736583"/>
            <a:chExt cx="2350079" cy="1919557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B31F9251-CF9C-2193-0374-C3E2EE02C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239" r="74661"/>
            <a:stretch/>
          </p:blipFill>
          <p:spPr>
            <a:xfrm>
              <a:off x="294880" y="736583"/>
              <a:ext cx="2350079" cy="191955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1AA813A-14B1-C194-8858-33C539656440}"/>
                </a:ext>
              </a:extLst>
            </p:cNvPr>
            <p:cNvSpPr/>
            <p:nvPr/>
          </p:nvSpPr>
          <p:spPr>
            <a:xfrm>
              <a:off x="856092" y="993558"/>
              <a:ext cx="980007" cy="493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1" name="Image 10">
            <a:extLst>
              <a:ext uri="{FF2B5EF4-FFF2-40B4-BE49-F238E27FC236}">
                <a16:creationId xmlns:a16="http://schemas.microsoft.com/office/drawing/2014/main" id="{26E34C9B-F7EE-18A1-69BE-FB4FA2C6A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825" y="1009017"/>
            <a:ext cx="4472042" cy="419045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BB44D-2FA7-4A2B-9A12-4253F9DA8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3AEBB3D-9388-093F-7F14-EB8B87FE56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60" t="50239"/>
          <a:stretch/>
        </p:blipFill>
        <p:spPr>
          <a:xfrm>
            <a:off x="181368" y="3104243"/>
            <a:ext cx="4640903" cy="19195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29863B-7DBA-D712-416D-096190CEE78B}"/>
              </a:ext>
            </a:extLst>
          </p:cNvPr>
          <p:cNvSpPr/>
          <p:nvPr/>
        </p:nvSpPr>
        <p:spPr>
          <a:xfrm>
            <a:off x="913142" y="1075244"/>
            <a:ext cx="922958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54F1BC-0D92-AD75-76E5-D54721979D7F}"/>
              </a:ext>
            </a:extLst>
          </p:cNvPr>
          <p:cNvSpPr txBox="1"/>
          <p:nvPr/>
        </p:nvSpPr>
        <p:spPr>
          <a:xfrm>
            <a:off x="4485515" y="277418"/>
            <a:ext cx="346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6">
                    <a:lumMod val="75000"/>
                  </a:schemeClr>
                </a:solidFill>
              </a:rPr>
              <a:t>CC6 as </a:t>
            </a:r>
            <a:r>
              <a:rPr lang="fr-FR" i="1" dirty="0" err="1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fr-FR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A3C35697-E27C-15C4-506A-E96D6BD53489}"/>
              </a:ext>
            </a:extLst>
          </p:cNvPr>
          <p:cNvGrpSpPr/>
          <p:nvPr/>
        </p:nvGrpSpPr>
        <p:grpSpPr>
          <a:xfrm>
            <a:off x="1132643" y="1075244"/>
            <a:ext cx="2350079" cy="1919557"/>
            <a:chOff x="294880" y="736583"/>
            <a:chExt cx="2350079" cy="1919557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4714C808-D874-50EC-2025-8D31BA04D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239" r="74661"/>
            <a:stretch/>
          </p:blipFill>
          <p:spPr>
            <a:xfrm>
              <a:off x="294880" y="736583"/>
              <a:ext cx="2350079" cy="191955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EE7D53D-0146-EB5A-11CC-415476076486}"/>
                </a:ext>
              </a:extLst>
            </p:cNvPr>
            <p:cNvSpPr/>
            <p:nvPr/>
          </p:nvSpPr>
          <p:spPr>
            <a:xfrm>
              <a:off x="856092" y="993558"/>
              <a:ext cx="980007" cy="493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1" name="Image 10">
            <a:extLst>
              <a:ext uri="{FF2B5EF4-FFF2-40B4-BE49-F238E27FC236}">
                <a16:creationId xmlns:a16="http://schemas.microsoft.com/office/drawing/2014/main" id="{B68A171E-32FC-944B-4A93-249D383B2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825" y="1009017"/>
            <a:ext cx="4472042" cy="419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976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35E7-AB4B-E99D-2F94-33D151B4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66C47E9-C976-B786-03E0-8CA6DE92E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60" t="50239"/>
          <a:stretch/>
        </p:blipFill>
        <p:spPr>
          <a:xfrm>
            <a:off x="181368" y="3104243"/>
            <a:ext cx="4640903" cy="19195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C20979-A3D1-65E3-05CD-FD17C7EE72A3}"/>
              </a:ext>
            </a:extLst>
          </p:cNvPr>
          <p:cNvSpPr/>
          <p:nvPr/>
        </p:nvSpPr>
        <p:spPr>
          <a:xfrm>
            <a:off x="913142" y="1075244"/>
            <a:ext cx="922958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EC8D23-E7F4-F09D-4531-5B0DEC2320F0}"/>
              </a:ext>
            </a:extLst>
          </p:cNvPr>
          <p:cNvSpPr txBox="1"/>
          <p:nvPr/>
        </p:nvSpPr>
        <p:spPr>
          <a:xfrm>
            <a:off x="4485515" y="277418"/>
            <a:ext cx="346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6">
                    <a:lumMod val="75000"/>
                  </a:schemeClr>
                </a:solidFill>
              </a:rPr>
              <a:t>CC6 as </a:t>
            </a:r>
            <a:r>
              <a:rPr lang="fr-FR" i="1" dirty="0" err="1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fr-FR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21CC8EE5-7A20-326C-BD96-C602357AE5C6}"/>
              </a:ext>
            </a:extLst>
          </p:cNvPr>
          <p:cNvGrpSpPr/>
          <p:nvPr/>
        </p:nvGrpSpPr>
        <p:grpSpPr>
          <a:xfrm>
            <a:off x="1132643" y="1075244"/>
            <a:ext cx="2350079" cy="1919557"/>
            <a:chOff x="294880" y="736583"/>
            <a:chExt cx="2350079" cy="1919557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4DAB9D61-FF52-7D6E-DA28-C378BA899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239" r="74661"/>
            <a:stretch/>
          </p:blipFill>
          <p:spPr>
            <a:xfrm>
              <a:off x="294880" y="736583"/>
              <a:ext cx="2350079" cy="191955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DF0E31C-318E-BE55-D0A2-277E89586D7F}"/>
                </a:ext>
              </a:extLst>
            </p:cNvPr>
            <p:cNvSpPr/>
            <p:nvPr/>
          </p:nvSpPr>
          <p:spPr>
            <a:xfrm>
              <a:off x="856092" y="993558"/>
              <a:ext cx="980007" cy="493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1" name="Image 10">
            <a:extLst>
              <a:ext uri="{FF2B5EF4-FFF2-40B4-BE49-F238E27FC236}">
                <a16:creationId xmlns:a16="http://schemas.microsoft.com/office/drawing/2014/main" id="{59AAD5AD-5AF6-3B1F-B170-8A5A3AA73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825" y="1009017"/>
            <a:ext cx="4472042" cy="4190451"/>
          </a:xfrm>
          <a:prstGeom prst="rect">
            <a:avLst/>
          </a:prstGeom>
        </p:spPr>
      </p:pic>
      <p:sp>
        <p:nvSpPr>
          <p:cNvPr id="12" name="Flèche : gauche 11">
            <a:extLst>
              <a:ext uri="{FF2B5EF4-FFF2-40B4-BE49-F238E27FC236}">
                <a16:creationId xmlns:a16="http://schemas.microsoft.com/office/drawing/2014/main" id="{96E64D62-6663-CC1E-56D0-73B8C09494C6}"/>
              </a:ext>
            </a:extLst>
          </p:cNvPr>
          <p:cNvSpPr/>
          <p:nvPr/>
        </p:nvSpPr>
        <p:spPr>
          <a:xfrm rot="19445780">
            <a:off x="5901705" y="4196506"/>
            <a:ext cx="487680" cy="1106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gauche 12">
            <a:extLst>
              <a:ext uri="{FF2B5EF4-FFF2-40B4-BE49-F238E27FC236}">
                <a16:creationId xmlns:a16="http://schemas.microsoft.com/office/drawing/2014/main" id="{98D48E3F-D3D1-1641-7F2B-B0D82326315C}"/>
              </a:ext>
            </a:extLst>
          </p:cNvPr>
          <p:cNvSpPr/>
          <p:nvPr/>
        </p:nvSpPr>
        <p:spPr>
          <a:xfrm rot="19445780">
            <a:off x="6915866" y="2112028"/>
            <a:ext cx="487680" cy="1106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8742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2CC81D7-6532-2AC8-13C0-7A20C308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36" r="57114"/>
          <a:stretch/>
        </p:blipFill>
        <p:spPr>
          <a:xfrm>
            <a:off x="1124046" y="952385"/>
            <a:ext cx="7315110" cy="233452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02CFC74-98E7-854C-4DED-43B1678265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09" t="14301"/>
          <a:stretch/>
        </p:blipFill>
        <p:spPr>
          <a:xfrm>
            <a:off x="283643" y="3334377"/>
            <a:ext cx="9703849" cy="220182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F57E8CC-E009-428F-3BC7-FF33A0FA9789}"/>
              </a:ext>
            </a:extLst>
          </p:cNvPr>
          <p:cNvSpPr>
            <a:spLocks noGrp="1"/>
          </p:cNvSpPr>
          <p:nvPr/>
        </p:nvSpPr>
        <p:spPr>
          <a:xfrm>
            <a:off x="486067" y="129238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clusters vs. JND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F42A1-63AE-32AC-93BB-39D4E85D76F2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439352" cy="567055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iffres du marché boursier sur écran digital">
            <a:extLst>
              <a:ext uri="{FF2B5EF4-FFF2-40B4-BE49-F238E27FC236}">
                <a16:creationId xmlns:a16="http://schemas.microsoft.com/office/drawing/2014/main" id="{70AF9809-3E79-9CD6-FCAC-AF621BAD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88" r="12336" b="-1"/>
          <a:stretch/>
        </p:blipFill>
        <p:spPr>
          <a:xfrm>
            <a:off x="20" y="-1"/>
            <a:ext cx="3992860" cy="56705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D4C2520-F462-606D-4DED-5C222B69C420}"/>
              </a:ext>
            </a:extLst>
          </p:cNvPr>
          <p:cNvSpPr txBox="1"/>
          <p:nvPr/>
        </p:nvSpPr>
        <p:spPr>
          <a:xfrm>
            <a:off x="4472495" y="1272138"/>
            <a:ext cx="3436699" cy="1006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Can we predict the JND with DTI data 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583829-D810-7066-F97F-1D6949C99135}"/>
              </a:ext>
            </a:extLst>
          </p:cNvPr>
          <p:cNvSpPr/>
          <p:nvPr/>
        </p:nvSpPr>
        <p:spPr>
          <a:xfrm>
            <a:off x="283643" y="134353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CB7FDE-9550-2215-71DC-77A1FF1A0C5D}"/>
              </a:ext>
            </a:extLst>
          </p:cNvPr>
          <p:cNvSpPr>
            <a:spLocks noGrp="1"/>
          </p:cNvSpPr>
          <p:nvPr/>
        </p:nvSpPr>
        <p:spPr>
          <a:xfrm>
            <a:off x="4478927" y="16383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clusters vs. JND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FF77B9-C85D-50A6-E4C2-9B6D245ADF17}"/>
              </a:ext>
            </a:extLst>
          </p:cNvPr>
          <p:cNvSpPr/>
          <p:nvPr/>
        </p:nvSpPr>
        <p:spPr>
          <a:xfrm>
            <a:off x="4276503" y="16894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1B98BF-9C90-CD27-A399-AE98E155F009}"/>
              </a:ext>
            </a:extLst>
          </p:cNvPr>
          <p:cNvSpPr txBox="1"/>
          <p:nvPr/>
        </p:nvSpPr>
        <p:spPr>
          <a:xfrm>
            <a:off x="4472495" y="2585893"/>
            <a:ext cx="3436699" cy="1006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Can we better predict the JND than the age group 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1A71745-F47F-F7C6-BDB5-3C09F23B2CD2}"/>
              </a:ext>
            </a:extLst>
          </p:cNvPr>
          <p:cNvSpPr txBox="1"/>
          <p:nvPr/>
        </p:nvSpPr>
        <p:spPr>
          <a:xfrm>
            <a:off x="4450897" y="3474072"/>
            <a:ext cx="453043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If yes, then the “Age” is not the variable influencing the proprioceptive performance. The anatomy is.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0514-6028-0C46-AB15-7ABA3931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4F19-BF9F-C232-A447-61A9ECAF28A3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Supervised classification of JND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882AB6-E63D-E467-1F34-5DFB137A67B0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58912E-51EE-2367-FEC4-4202CA705BD3}"/>
              </a:ext>
            </a:extLst>
          </p:cNvPr>
          <p:cNvSpPr txBox="1"/>
          <p:nvPr/>
        </p:nvSpPr>
        <p:spPr>
          <a:xfrm>
            <a:off x="450078" y="1066800"/>
            <a:ext cx="918046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b="1" dirty="0"/>
          </a:p>
          <a:p>
            <a:r>
              <a:rPr lang="fr-FR" sz="1600" b="1" dirty="0"/>
              <a:t>The data :</a:t>
            </a:r>
          </a:p>
          <a:p>
            <a:endParaRPr lang="fr-FR" sz="1600" dirty="0"/>
          </a:p>
          <a:p>
            <a:pPr lvl="1"/>
            <a:r>
              <a:rPr lang="fr-FR" sz="1600" b="1" dirty="0"/>
              <a:t>X</a:t>
            </a:r>
            <a:r>
              <a:rPr lang="fr-FR" sz="1600" dirty="0"/>
              <a:t> : The DTI data (</a:t>
            </a:r>
            <a:r>
              <a:rPr lang="fr-FR" sz="1600" dirty="0" err="1"/>
              <a:t>same</a:t>
            </a:r>
            <a:r>
              <a:rPr lang="fr-FR" sz="1600" dirty="0"/>
              <a:t> </a:t>
            </a:r>
            <a:r>
              <a:rPr lang="fr-FR" sz="1600" dirty="0" err="1"/>
              <a:t>than</a:t>
            </a:r>
            <a:r>
              <a:rPr lang="fr-FR" sz="1600" dirty="0"/>
              <a:t> </a:t>
            </a:r>
            <a:r>
              <a:rPr lang="fr-FR" sz="1600" dirty="0" err="1"/>
              <a:t>used</a:t>
            </a:r>
            <a:r>
              <a:rPr lang="fr-FR" sz="1600" dirty="0"/>
              <a:t> for clustering) / 5 </a:t>
            </a:r>
            <a:r>
              <a:rPr lang="fr-FR" sz="1600" dirty="0" err="1"/>
              <a:t>features</a:t>
            </a:r>
            <a:r>
              <a:rPr lang="fr-FR" sz="1600" dirty="0"/>
              <a:t> for </a:t>
            </a:r>
            <a:r>
              <a:rPr lang="fr-FR" sz="1600" dirty="0" err="1"/>
              <a:t>each</a:t>
            </a:r>
            <a:r>
              <a:rPr lang="fr-FR" sz="1600" dirty="0"/>
              <a:t> CC</a:t>
            </a:r>
          </a:p>
          <a:p>
            <a:pPr lvl="1"/>
            <a:endParaRPr lang="fr-FR" sz="1600" dirty="0"/>
          </a:p>
          <a:p>
            <a:pPr lvl="1"/>
            <a:r>
              <a:rPr lang="fr-FR" sz="1600" b="1" dirty="0"/>
              <a:t>Y</a:t>
            </a:r>
            <a:r>
              <a:rPr lang="fr-FR" sz="1600" dirty="0"/>
              <a:t> : 3 </a:t>
            </a:r>
            <a:r>
              <a:rPr lang="fr-FR" sz="1600" dirty="0" err="1"/>
              <a:t>target</a:t>
            </a:r>
            <a:r>
              <a:rPr lang="fr-FR" sz="1600" dirty="0"/>
              <a:t> variables </a:t>
            </a:r>
          </a:p>
          <a:p>
            <a:pPr lvl="1"/>
            <a:r>
              <a:rPr lang="fr-FR" sz="1600" dirty="0"/>
              <a:t>	the </a:t>
            </a:r>
            <a:r>
              <a:rPr lang="fr-FR" sz="1600" b="1" dirty="0"/>
              <a:t>JND group </a:t>
            </a:r>
            <a:r>
              <a:rPr lang="fr-FR" sz="1600" dirty="0"/>
              <a:t>(</a:t>
            </a:r>
            <a:r>
              <a:rPr lang="fr-FR" sz="1600" dirty="0" err="1"/>
              <a:t>low</a:t>
            </a:r>
            <a:r>
              <a:rPr lang="fr-FR" sz="1600" dirty="0"/>
              <a:t> vs high JND)</a:t>
            </a:r>
          </a:p>
          <a:p>
            <a:pPr lvl="1"/>
            <a:r>
              <a:rPr lang="fr-FR" sz="1600" dirty="0"/>
              <a:t>	the </a:t>
            </a:r>
            <a:r>
              <a:rPr lang="fr-FR" sz="1600" b="1" dirty="0"/>
              <a:t>cluster</a:t>
            </a:r>
            <a:r>
              <a:rPr lang="fr-FR" sz="1600" dirty="0"/>
              <a:t> (0 or 1)</a:t>
            </a:r>
          </a:p>
          <a:p>
            <a:pPr lvl="1"/>
            <a:r>
              <a:rPr lang="fr-FR" sz="1600" dirty="0"/>
              <a:t>	the </a:t>
            </a:r>
            <a:r>
              <a:rPr lang="fr-FR" sz="1600" b="1" dirty="0" err="1"/>
              <a:t>age</a:t>
            </a:r>
            <a:r>
              <a:rPr lang="fr-FR" sz="1600" b="1" dirty="0"/>
              <a:t> group </a:t>
            </a:r>
            <a:r>
              <a:rPr lang="fr-FR" sz="1600" dirty="0"/>
              <a:t>(Y vs O)</a:t>
            </a:r>
          </a:p>
          <a:p>
            <a:endParaRPr lang="fr-FR" sz="1600" dirty="0"/>
          </a:p>
          <a:p>
            <a:r>
              <a:rPr lang="fr-FR" sz="1600" b="1" dirty="0"/>
              <a:t>The model : </a:t>
            </a:r>
          </a:p>
          <a:p>
            <a:endParaRPr lang="fr-FR" sz="1600" dirty="0"/>
          </a:p>
          <a:p>
            <a:pPr lvl="1"/>
            <a:r>
              <a:rPr lang="fr-FR" sz="1600" b="1" dirty="0"/>
              <a:t>K-</a:t>
            </a:r>
            <a:r>
              <a:rPr lang="fr-FR" sz="1600" b="1" dirty="0" err="1"/>
              <a:t>nearest</a:t>
            </a:r>
            <a:r>
              <a:rPr lang="fr-FR" sz="1600" b="1" dirty="0"/>
              <a:t> </a:t>
            </a:r>
            <a:r>
              <a:rPr lang="fr-FR" sz="1600" b="1" dirty="0" err="1"/>
              <a:t>neighbors</a:t>
            </a:r>
            <a:r>
              <a:rPr lang="fr-FR" sz="1600" b="1" dirty="0"/>
              <a:t> </a:t>
            </a:r>
            <a:r>
              <a:rPr lang="fr-FR" sz="1600" dirty="0"/>
              <a:t>/ </a:t>
            </a:r>
            <a:r>
              <a:rPr lang="fr-FR" sz="1600" dirty="0" err="1"/>
              <a:t>Optimized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</a:t>
            </a:r>
            <a:r>
              <a:rPr lang="fr-FR" sz="1600" dirty="0" err="1"/>
              <a:t>GridSearch</a:t>
            </a:r>
            <a:r>
              <a:rPr lang="fr-FR" sz="1600" dirty="0"/>
              <a:t> for K, Distance, </a:t>
            </a:r>
            <a:r>
              <a:rPr lang="fr-FR" sz="1600" dirty="0" err="1"/>
              <a:t>Weigth</a:t>
            </a:r>
            <a:endParaRPr lang="fr-FR" sz="1600" dirty="0"/>
          </a:p>
          <a:p>
            <a:pPr lvl="1"/>
            <a:endParaRPr lang="fr-FR" sz="1600" dirty="0"/>
          </a:p>
          <a:p>
            <a:pPr lvl="1"/>
            <a:r>
              <a:rPr lang="fr-FR" sz="1600" dirty="0" err="1"/>
              <a:t>Classical</a:t>
            </a:r>
            <a:r>
              <a:rPr lang="fr-FR" sz="1600" dirty="0"/>
              <a:t> </a:t>
            </a:r>
            <a:r>
              <a:rPr lang="fr-FR" sz="1600" dirty="0" err="1"/>
              <a:t>testing</a:t>
            </a:r>
            <a:r>
              <a:rPr lang="fr-FR" sz="1600" dirty="0"/>
              <a:t> : </a:t>
            </a:r>
            <a:r>
              <a:rPr lang="fr-FR" sz="1600" dirty="0" err="1"/>
              <a:t>Kfold</a:t>
            </a:r>
            <a:r>
              <a:rPr lang="fr-FR" sz="1600" dirty="0"/>
              <a:t> CV = 5</a:t>
            </a:r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Validation </a:t>
            </a:r>
            <a:r>
              <a:rPr lang="fr-FR" sz="1600" dirty="0" err="1"/>
              <a:t>curves</a:t>
            </a:r>
            <a:r>
              <a:rPr lang="fr-FR" sz="1600" dirty="0"/>
              <a:t> and Confusion matrix : </a:t>
            </a:r>
            <a:r>
              <a:rPr lang="fr-FR" sz="1600" dirty="0" err="1"/>
              <a:t>Accuracy</a:t>
            </a:r>
            <a:r>
              <a:rPr lang="fr-FR" sz="1600" dirty="0"/>
              <a:t> / </a:t>
            </a:r>
            <a:r>
              <a:rPr lang="fr-FR" sz="1600" dirty="0" err="1"/>
              <a:t>Recall</a:t>
            </a:r>
            <a:r>
              <a:rPr lang="fr-FR" sz="1600" dirty="0"/>
              <a:t> / </a:t>
            </a:r>
            <a:r>
              <a:rPr lang="fr-FR" sz="1600" dirty="0" err="1"/>
              <a:t>Precision</a:t>
            </a:r>
            <a:r>
              <a:rPr lang="fr-FR" sz="1600" dirty="0"/>
              <a:t> / F1 Score</a:t>
            </a:r>
          </a:p>
        </p:txBody>
      </p:sp>
    </p:spTree>
    <p:extLst>
      <p:ext uri="{BB962C8B-B14F-4D97-AF65-F5344CB8AC3E}">
        <p14:creationId xmlns:p14="http://schemas.microsoft.com/office/powerpoint/2010/main" val="1037875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2E85-D355-1F46-8443-4E49C4FE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3CDE-2642-3A0A-C3E1-D2E72FDD32B1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18913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2A86-2BDB-073F-DFFB-8ABBA23A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3249-DBDD-E75C-96C1-DB406225F479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470A7-3556-BAE1-7F8E-E69E90C08186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1BE128-ACD3-4E2D-7341-52945AAC9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24FB111-C31F-C112-FCCF-0F4D3F785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DE1DFAB-2314-3407-4E1C-3444B62A4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640" y="1495281"/>
            <a:ext cx="5134487" cy="362352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CA98487-766E-05A3-4A26-8BE3DE83A43E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</p:spTree>
    <p:extLst>
      <p:ext uri="{BB962C8B-B14F-4D97-AF65-F5344CB8AC3E}">
        <p14:creationId xmlns:p14="http://schemas.microsoft.com/office/powerpoint/2010/main" val="39871579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2BC4-BA65-87EA-7F38-D7A40323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539A-7E06-F574-66E5-ED02D3504C7C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41AC9-4CB4-2A5A-9DB3-F54F6C838D02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5F3F28-8F15-E846-7CEB-413779D19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9BC1052-0B12-5C29-46A8-89952ED63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8C5BE30-4FC5-AD9A-926B-0B3BFD931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640" y="1495281"/>
            <a:ext cx="5134487" cy="362352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AD8786C-CD34-7448-A64D-D1C5D23D3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640" y="1494879"/>
            <a:ext cx="5103878" cy="360191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FB79A7B-9648-5FF5-84A8-CB775E390D75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</p:spTree>
    <p:extLst>
      <p:ext uri="{BB962C8B-B14F-4D97-AF65-F5344CB8AC3E}">
        <p14:creationId xmlns:p14="http://schemas.microsoft.com/office/powerpoint/2010/main" val="16522941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43B4-348D-9612-0038-CFA16560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8505-54A8-73AC-5FB1-0A95E4683AF3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3F16C5-9A90-B8A9-BD18-2E425563E7BD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DACF0B-4305-9FA1-3951-4429A7E94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F46706C-48E7-B2A7-3F5F-9330F4F2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A4713ED-883E-0DA9-6EB9-0C6BA86AF216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</p:spTree>
    <p:extLst>
      <p:ext uri="{BB962C8B-B14F-4D97-AF65-F5344CB8AC3E}">
        <p14:creationId xmlns:p14="http://schemas.microsoft.com/office/powerpoint/2010/main" val="5784537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8E0E-043A-FCEA-49F4-009A3127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48D3-0131-2E3A-F329-5C270D286965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A1B266-29D4-FAB4-D30F-5DBF68C640C0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FD35A2-AE05-CF51-F000-4B6E26CDF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3C1527F-12F1-581F-EB49-639DE4AE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BFD93D5-9596-CC29-C548-BD1CD4D9D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362" y="1495901"/>
            <a:ext cx="5103878" cy="360191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2DE5C44-1A56-2DFA-1472-5ACDC14E6A1A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</p:spTree>
    <p:extLst>
      <p:ext uri="{BB962C8B-B14F-4D97-AF65-F5344CB8AC3E}">
        <p14:creationId xmlns:p14="http://schemas.microsoft.com/office/powerpoint/2010/main" val="1072079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BD9FE-7481-D997-2152-F9495E80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BA2F-6517-DE16-6EED-06896D4801E0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378062-BEDE-097D-F18A-AEA9D21C57A5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500A81-0981-BD8A-6EED-DF90F76ED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46CFC37-BBA2-BF7F-8A27-96F6B06FB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3D5E31A-8E39-62E4-3584-AE6A582E9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640" y="1495281"/>
            <a:ext cx="5134487" cy="362352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C7BDD0E-2861-21FC-43BE-5B90CFB56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640" y="1494879"/>
            <a:ext cx="5103878" cy="360191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B570044-7CA1-4EE9-0A30-26E70915DE92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</p:spTree>
    <p:extLst>
      <p:ext uri="{BB962C8B-B14F-4D97-AF65-F5344CB8AC3E}">
        <p14:creationId xmlns:p14="http://schemas.microsoft.com/office/powerpoint/2010/main" val="11159207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98E7-0A9A-0E02-C277-0DCB5FEF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A185A-D2B5-9538-F343-13148ABDEAAD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7D9ECE-BCEC-16B0-48E6-BB724477622A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A607F0-F26F-0C7B-7FD8-CD8828228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18620F6-D90A-557A-BE30-5AA70A21E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69D460D-9ADF-E3B9-DE3C-F8E0AC506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362" y="1495901"/>
            <a:ext cx="5103878" cy="360191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6E534B1-1460-CC18-6770-656B8A201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818" y="1496021"/>
            <a:ext cx="5103878" cy="360191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389F7D3-4088-148E-5D6A-187CBF9FD8A1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51DCF57-070D-CF32-6615-C52497B43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1362" y="1495281"/>
            <a:ext cx="5103878" cy="36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3475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CBEC2-7937-4539-AED5-EE0DAE2A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7BDE-3E77-30EA-505D-ABFCFE6E5D18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E7CEFF-7259-5A61-552B-19B1F2FA36B6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D40DA9-13E2-E4EF-2C25-80AEC9250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0013047-CCD1-4DC8-E6CD-CF91B4B80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4E41A7B-7187-E7DA-7E25-879F516C8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362" y="1495901"/>
            <a:ext cx="5103878" cy="360191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00AF171-BF73-C195-E28A-42293DAF0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818" y="1496021"/>
            <a:ext cx="5103878" cy="360191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E236C17-8B85-AC4C-D53C-8A69CCA0C804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</p:spTree>
    <p:extLst>
      <p:ext uri="{BB962C8B-B14F-4D97-AF65-F5344CB8AC3E}">
        <p14:creationId xmlns:p14="http://schemas.microsoft.com/office/powerpoint/2010/main" val="1533355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A2AAD-4673-7BBD-9B04-30B8FB71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E1518-E50F-EC66-2862-840A5A97E26F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007ED5-953E-16FA-7E13-D61B12D04CB9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D83EA5-7578-83EA-871E-77AF21CDA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B662F7B-629C-0DB9-F9C2-0D2158311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9B7E9A7-0D17-17C7-F82C-7C9EB5412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362" y="1495901"/>
            <a:ext cx="5103878" cy="360191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B46339E-C943-9615-45D4-ADCAB607F3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818" y="1496021"/>
            <a:ext cx="5103878" cy="36019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C3F6805-C87B-D90D-63B0-7B1541438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2322" y="1495982"/>
            <a:ext cx="5103878" cy="360191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B36E7A2-0392-1C99-D00D-9652489C836B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</p:spTree>
    <p:extLst>
      <p:ext uri="{BB962C8B-B14F-4D97-AF65-F5344CB8AC3E}">
        <p14:creationId xmlns:p14="http://schemas.microsoft.com/office/powerpoint/2010/main" val="42117883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6823-0D3A-1A21-3593-F501C31B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D8C4-62B5-B236-59D6-1A194FB642C1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ptos" panose="020B0004020202020204" pitchFamily="34" charset="0"/>
              </a:rPr>
              <a:t>Supervised classification : </a:t>
            </a:r>
            <a:r>
              <a:rPr lang="fr-FR" sz="3600" dirty="0">
                <a:latin typeface="Aptos" panose="020B0004020202020204" pitchFamily="34" charset="0"/>
              </a:rPr>
              <a:t>K-</a:t>
            </a:r>
            <a:r>
              <a:rPr lang="fr-FR" sz="3600" dirty="0" err="1">
                <a:latin typeface="Aptos" panose="020B0004020202020204" pitchFamily="34" charset="0"/>
              </a:rPr>
              <a:t>nearest</a:t>
            </a:r>
            <a:r>
              <a:rPr lang="fr-FR" sz="3600" dirty="0">
                <a:latin typeface="Aptos" panose="020B0004020202020204" pitchFamily="34" charset="0"/>
              </a:rPr>
              <a:t> </a:t>
            </a:r>
            <a:r>
              <a:rPr lang="fr-FR" sz="3600" dirty="0" err="1">
                <a:latin typeface="Aptos" panose="020B0004020202020204" pitchFamily="34" charset="0"/>
              </a:rPr>
              <a:t>neighbors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7083E0-00C4-A229-4ADA-D1745C40959C}"/>
              </a:ext>
            </a:extLst>
          </p:cNvPr>
          <p:cNvSpPr/>
          <p:nvPr/>
        </p:nvSpPr>
        <p:spPr>
          <a:xfrm>
            <a:off x="3133503" y="1692948"/>
            <a:ext cx="101227" cy="863452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129624-70E5-DEA3-86CA-267D4DF0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40" y="1495685"/>
            <a:ext cx="5103878" cy="36019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B36CB58-6836-D4E9-C043-9C61F23FD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2" y="1495282"/>
            <a:ext cx="5103878" cy="36019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0439A57-5885-E2ED-1729-78939A288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362" y="1495901"/>
            <a:ext cx="5103878" cy="360191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6B2670D-E7E4-10B8-26F4-0F37BF7BE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818" y="1496021"/>
            <a:ext cx="5103878" cy="36019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4226DEC-AB4A-4AC2-BD40-92E6494776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2322" y="1495982"/>
            <a:ext cx="5103878" cy="360191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46A1810-FB27-A8F4-FCFE-8239C92A307C}"/>
              </a:ext>
            </a:extLst>
          </p:cNvPr>
          <p:cNvSpPr txBox="1"/>
          <p:nvPr/>
        </p:nvSpPr>
        <p:spPr>
          <a:xfrm>
            <a:off x="6972300" y="1369782"/>
            <a:ext cx="272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Importance of K (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neighbors</a:t>
            </a:r>
            <a:r>
              <a:rPr lang="fr-FR" dirty="0"/>
              <a:t>) : </a:t>
            </a:r>
            <a:r>
              <a:rPr lang="fr-FR" dirty="0" err="1"/>
              <a:t>hyperparameter</a:t>
            </a:r>
            <a:r>
              <a:rPr lang="fr-FR" dirty="0"/>
              <a:t> for KNN</a:t>
            </a:r>
          </a:p>
        </p:txBody>
      </p:sp>
    </p:spTree>
    <p:extLst>
      <p:ext uri="{BB962C8B-B14F-4D97-AF65-F5344CB8AC3E}">
        <p14:creationId xmlns:p14="http://schemas.microsoft.com/office/powerpoint/2010/main" val="17332738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D929-C21F-8026-51C5-AB3034BF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53918-2844-CF6F-FD18-81DC906004B3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Supervised classification of JND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43581-28D2-A195-D5A3-E3F5B31EFAEF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C40810A-F8A8-DEDB-E89A-A1107737185A}"/>
              </a:ext>
            </a:extLst>
          </p:cNvPr>
          <p:cNvSpPr txBox="1"/>
          <p:nvPr/>
        </p:nvSpPr>
        <p:spPr>
          <a:xfrm>
            <a:off x="450078" y="1039139"/>
            <a:ext cx="918046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b="1" dirty="0"/>
          </a:p>
          <a:p>
            <a:r>
              <a:rPr lang="fr-FR" sz="1600" b="1" dirty="0"/>
              <a:t>The data :</a:t>
            </a:r>
          </a:p>
          <a:p>
            <a:endParaRPr lang="fr-FR" sz="1600" dirty="0"/>
          </a:p>
          <a:p>
            <a:pPr lvl="1"/>
            <a:r>
              <a:rPr lang="fr-FR" sz="1600" b="1" dirty="0"/>
              <a:t>X</a:t>
            </a:r>
            <a:r>
              <a:rPr lang="fr-FR" sz="1600" dirty="0"/>
              <a:t> : The DTI data (</a:t>
            </a:r>
            <a:r>
              <a:rPr lang="fr-FR" sz="1600" dirty="0" err="1"/>
              <a:t>same</a:t>
            </a:r>
            <a:r>
              <a:rPr lang="fr-FR" sz="1600" dirty="0"/>
              <a:t> </a:t>
            </a:r>
            <a:r>
              <a:rPr lang="fr-FR" sz="1600" dirty="0" err="1"/>
              <a:t>than</a:t>
            </a:r>
            <a:r>
              <a:rPr lang="fr-FR" sz="1600" dirty="0"/>
              <a:t> </a:t>
            </a:r>
            <a:r>
              <a:rPr lang="fr-FR" sz="1600" dirty="0" err="1"/>
              <a:t>used</a:t>
            </a:r>
            <a:r>
              <a:rPr lang="fr-FR" sz="1600" dirty="0"/>
              <a:t> for clustering) / 5 </a:t>
            </a:r>
            <a:r>
              <a:rPr lang="fr-FR" sz="1600" dirty="0" err="1"/>
              <a:t>features</a:t>
            </a:r>
            <a:r>
              <a:rPr lang="fr-FR" sz="1600" dirty="0"/>
              <a:t> for </a:t>
            </a:r>
            <a:r>
              <a:rPr lang="fr-FR" sz="1600" dirty="0" err="1"/>
              <a:t>each</a:t>
            </a:r>
            <a:r>
              <a:rPr lang="fr-FR" sz="1600" dirty="0"/>
              <a:t> CC</a:t>
            </a:r>
          </a:p>
          <a:p>
            <a:pPr lvl="1"/>
            <a:endParaRPr lang="fr-FR" sz="1600" dirty="0"/>
          </a:p>
          <a:p>
            <a:pPr lvl="1"/>
            <a:r>
              <a:rPr lang="fr-FR" sz="1600" b="1" dirty="0"/>
              <a:t>Y</a:t>
            </a:r>
            <a:r>
              <a:rPr lang="fr-FR" sz="1600" dirty="0"/>
              <a:t> : 3 </a:t>
            </a:r>
            <a:r>
              <a:rPr lang="fr-FR" sz="1600" dirty="0" err="1"/>
              <a:t>target</a:t>
            </a:r>
            <a:r>
              <a:rPr lang="fr-FR" sz="1600" dirty="0"/>
              <a:t> variables </a:t>
            </a:r>
          </a:p>
          <a:p>
            <a:pPr lvl="1"/>
            <a:r>
              <a:rPr lang="fr-FR" sz="1600" dirty="0"/>
              <a:t>	the </a:t>
            </a:r>
            <a:r>
              <a:rPr lang="fr-FR" sz="1600" b="1" dirty="0"/>
              <a:t>JND group </a:t>
            </a:r>
            <a:r>
              <a:rPr lang="fr-FR" sz="1600" dirty="0"/>
              <a:t>(</a:t>
            </a:r>
            <a:r>
              <a:rPr lang="fr-FR" sz="1600" dirty="0" err="1"/>
              <a:t>low</a:t>
            </a:r>
            <a:r>
              <a:rPr lang="fr-FR" sz="1600" dirty="0"/>
              <a:t> vs high JND)</a:t>
            </a:r>
          </a:p>
          <a:p>
            <a:pPr lvl="1"/>
            <a:r>
              <a:rPr lang="fr-FR" sz="1600" dirty="0"/>
              <a:t>	the </a:t>
            </a:r>
            <a:r>
              <a:rPr lang="fr-FR" sz="1600" b="1" dirty="0"/>
              <a:t>cluster</a:t>
            </a:r>
            <a:r>
              <a:rPr lang="fr-FR" sz="1600" dirty="0"/>
              <a:t> (0 or 1)</a:t>
            </a:r>
          </a:p>
          <a:p>
            <a:pPr lvl="1"/>
            <a:r>
              <a:rPr lang="fr-FR" sz="1600" dirty="0"/>
              <a:t>	the </a:t>
            </a:r>
            <a:r>
              <a:rPr lang="fr-FR" sz="1600" b="1" dirty="0" err="1"/>
              <a:t>age</a:t>
            </a:r>
            <a:r>
              <a:rPr lang="fr-FR" sz="1600" b="1" dirty="0"/>
              <a:t> group </a:t>
            </a:r>
            <a:r>
              <a:rPr lang="fr-FR" sz="1600" dirty="0"/>
              <a:t>(Y vs O)</a:t>
            </a:r>
          </a:p>
          <a:p>
            <a:endParaRPr lang="fr-FR" sz="1600" dirty="0"/>
          </a:p>
          <a:p>
            <a:r>
              <a:rPr lang="fr-FR" sz="1600" b="1" dirty="0"/>
              <a:t>The model : </a:t>
            </a:r>
          </a:p>
          <a:p>
            <a:endParaRPr lang="fr-FR" sz="1600" dirty="0"/>
          </a:p>
          <a:p>
            <a:pPr lvl="1"/>
            <a:r>
              <a:rPr lang="fr-FR" sz="1600" b="1" dirty="0"/>
              <a:t>K-</a:t>
            </a:r>
            <a:r>
              <a:rPr lang="fr-FR" sz="1600" b="1" dirty="0" err="1"/>
              <a:t>nearest</a:t>
            </a:r>
            <a:r>
              <a:rPr lang="fr-FR" sz="1600" b="1" dirty="0"/>
              <a:t> </a:t>
            </a:r>
            <a:r>
              <a:rPr lang="fr-FR" sz="1600" b="1" dirty="0" err="1"/>
              <a:t>neighbors</a:t>
            </a:r>
            <a:r>
              <a:rPr lang="fr-FR" sz="1600" b="1" dirty="0"/>
              <a:t> </a:t>
            </a:r>
            <a:r>
              <a:rPr lang="fr-FR" sz="1600" dirty="0"/>
              <a:t>/ </a:t>
            </a:r>
            <a:r>
              <a:rPr lang="fr-FR" sz="1600" dirty="0" err="1"/>
              <a:t>Optimized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</a:t>
            </a:r>
            <a:r>
              <a:rPr lang="fr-FR" sz="1600" dirty="0" err="1"/>
              <a:t>GridSearch</a:t>
            </a:r>
            <a:r>
              <a:rPr lang="fr-FR" sz="1600" dirty="0"/>
              <a:t> for best </a:t>
            </a:r>
            <a:r>
              <a:rPr lang="fr-FR" sz="1600" dirty="0" err="1"/>
              <a:t>estimator</a:t>
            </a:r>
            <a:r>
              <a:rPr lang="fr-FR" sz="1600" dirty="0"/>
              <a:t> (K, Distance, </a:t>
            </a:r>
            <a:r>
              <a:rPr lang="fr-FR" sz="1600" dirty="0" err="1"/>
              <a:t>Weigth</a:t>
            </a:r>
            <a:r>
              <a:rPr lang="fr-FR" sz="1600" dirty="0"/>
              <a:t>)</a:t>
            </a:r>
          </a:p>
          <a:p>
            <a:pPr lvl="1"/>
            <a:endParaRPr lang="fr-FR" sz="1600" dirty="0"/>
          </a:p>
          <a:p>
            <a:pPr lvl="1"/>
            <a:r>
              <a:rPr lang="fr-FR" sz="1600" dirty="0" err="1"/>
              <a:t>Classical</a:t>
            </a:r>
            <a:r>
              <a:rPr lang="fr-FR" sz="1600" dirty="0"/>
              <a:t> training : </a:t>
            </a:r>
            <a:r>
              <a:rPr lang="fr-FR" sz="1600" dirty="0" err="1"/>
              <a:t>Kfold</a:t>
            </a:r>
            <a:r>
              <a:rPr lang="fr-FR" sz="1600" dirty="0"/>
              <a:t> CV = 5</a:t>
            </a:r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Validation </a:t>
            </a:r>
            <a:r>
              <a:rPr lang="fr-FR" sz="1600" dirty="0" err="1"/>
              <a:t>curves</a:t>
            </a:r>
            <a:r>
              <a:rPr lang="fr-FR" sz="1600" dirty="0"/>
              <a:t> and Confusion matrix : </a:t>
            </a:r>
            <a:r>
              <a:rPr lang="fr-FR" sz="1600" dirty="0" err="1"/>
              <a:t>Accuracy</a:t>
            </a:r>
            <a:r>
              <a:rPr lang="fr-FR" sz="1600" dirty="0"/>
              <a:t> / </a:t>
            </a:r>
            <a:r>
              <a:rPr lang="fr-FR" sz="1600" dirty="0" err="1"/>
              <a:t>Recall</a:t>
            </a:r>
            <a:r>
              <a:rPr lang="fr-FR" sz="1600" dirty="0"/>
              <a:t> / </a:t>
            </a:r>
            <a:r>
              <a:rPr lang="fr-FR" sz="1600" dirty="0" err="1"/>
              <a:t>Precision</a:t>
            </a:r>
            <a:r>
              <a:rPr lang="fr-FR" sz="1600" dirty="0"/>
              <a:t> / </a:t>
            </a:r>
            <a:r>
              <a:rPr lang="fr-FR" sz="1600" dirty="0">
                <a:highlight>
                  <a:srgbClr val="FFFF00"/>
                </a:highlight>
              </a:rPr>
              <a:t>F1 Score</a:t>
            </a:r>
          </a:p>
        </p:txBody>
      </p:sp>
    </p:spTree>
    <p:extLst>
      <p:ext uri="{BB962C8B-B14F-4D97-AF65-F5344CB8AC3E}">
        <p14:creationId xmlns:p14="http://schemas.microsoft.com/office/powerpoint/2010/main" val="16364563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D70A-D8BB-BA0E-D467-08259B20C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FDB21-6BBE-42FA-FAF4-BE28552BB997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KNN for JND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F16CB9-1629-BCC1-327A-2608F064FCCD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1FDBF4D-F997-2B11-447C-0939F7F7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40" y="1333415"/>
            <a:ext cx="8762669" cy="3922556"/>
          </a:xfrm>
          <a:prstGeom prst="rect">
            <a:avLst/>
          </a:prstGeom>
        </p:spPr>
      </p:pic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1130FE66-E62B-5BE0-20F9-AD0B0AF32F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7328085"/>
              </p:ext>
            </p:extLst>
          </p:nvPr>
        </p:nvGraphicFramePr>
        <p:xfrm>
          <a:off x="47325" y="1566835"/>
          <a:ext cx="705657" cy="3455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AB39325B-D865-3B01-0A78-E3C6E4FE0F58}"/>
              </a:ext>
            </a:extLst>
          </p:cNvPr>
          <p:cNvSpPr/>
          <p:nvPr/>
        </p:nvSpPr>
        <p:spPr>
          <a:xfrm>
            <a:off x="958340" y="2675187"/>
            <a:ext cx="8971591" cy="2811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FD149-EC55-9D8D-28D4-97C37B5E62A5}"/>
              </a:ext>
            </a:extLst>
          </p:cNvPr>
          <p:cNvSpPr/>
          <p:nvPr/>
        </p:nvSpPr>
        <p:spPr>
          <a:xfrm>
            <a:off x="1110740" y="2827587"/>
            <a:ext cx="8971591" cy="2811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5162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2C6AF-1BCD-AD90-A832-2B5AC5F2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1455-DF11-5D0C-EBE8-7566E9C0BEE7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KNN for JND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E7B2B-3349-4DF7-B90D-B28A533838E3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21A0B8C-6E75-2D85-B44E-08B9609F7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40" y="1333415"/>
            <a:ext cx="8762669" cy="3922556"/>
          </a:xfrm>
          <a:prstGeom prst="rect">
            <a:avLst/>
          </a:prstGeom>
        </p:spPr>
      </p:pic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7932EC78-4B62-3CF1-A795-FC5DCB63B968}"/>
              </a:ext>
            </a:extLst>
          </p:cNvPr>
          <p:cNvGraphicFramePr/>
          <p:nvPr/>
        </p:nvGraphicFramePr>
        <p:xfrm>
          <a:off x="47325" y="1566835"/>
          <a:ext cx="705657" cy="3455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C7E1-DBFD-9A81-1A85-D61E2A14DA79}"/>
              </a:ext>
            </a:extLst>
          </p:cNvPr>
          <p:cNvSpPr/>
          <p:nvPr/>
        </p:nvSpPr>
        <p:spPr>
          <a:xfrm>
            <a:off x="958340" y="3937210"/>
            <a:ext cx="8971591" cy="1549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7073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15A5-6D6B-B879-536A-655A65D4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E535-ACB4-3110-DC84-261F08AA6B5C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KNN for JND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F5BD7-E504-4996-6624-1883BC66B552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B14A43-A3A2-0396-B15E-2264DF76B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40" y="1333415"/>
            <a:ext cx="8762669" cy="3922556"/>
          </a:xfrm>
          <a:prstGeom prst="rect">
            <a:avLst/>
          </a:prstGeom>
        </p:spPr>
      </p:pic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9D7C6607-BDBD-DEAE-0EB0-AA51B1405AF3}"/>
              </a:ext>
            </a:extLst>
          </p:cNvPr>
          <p:cNvGraphicFramePr/>
          <p:nvPr/>
        </p:nvGraphicFramePr>
        <p:xfrm>
          <a:off x="47325" y="1566835"/>
          <a:ext cx="705657" cy="3455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93644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999D-C6B0-A853-CF6B-4620CFA1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7602-C1BA-58A1-DFFD-0BB1F2884EB1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KNN for JND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655C50-903F-5671-B78B-EDCD3EA6D4E7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132CB22-F62D-3A9C-86CC-8C0FF2E9E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40" y="1333415"/>
            <a:ext cx="8762669" cy="3922556"/>
          </a:xfrm>
          <a:prstGeom prst="rect">
            <a:avLst/>
          </a:prstGeom>
        </p:spPr>
      </p:pic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B0076E8A-7722-DC42-151F-2FD562EDE3D6}"/>
              </a:ext>
            </a:extLst>
          </p:cNvPr>
          <p:cNvGraphicFramePr/>
          <p:nvPr/>
        </p:nvGraphicFramePr>
        <p:xfrm>
          <a:off x="47325" y="1566835"/>
          <a:ext cx="705657" cy="3455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01EAE36E-79FC-B37C-4A93-CDD677E84A35}"/>
              </a:ext>
            </a:extLst>
          </p:cNvPr>
          <p:cNvSpPr txBox="1"/>
          <p:nvPr/>
        </p:nvSpPr>
        <p:spPr>
          <a:xfrm rot="19800705">
            <a:off x="5176611" y="4152469"/>
            <a:ext cx="70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2D13AA4-CA7B-3BF6-2828-4EEEC72AD64F}"/>
              </a:ext>
            </a:extLst>
          </p:cNvPr>
          <p:cNvSpPr txBox="1"/>
          <p:nvPr/>
        </p:nvSpPr>
        <p:spPr>
          <a:xfrm rot="19800705">
            <a:off x="6354508" y="4152469"/>
            <a:ext cx="70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49161D-6EF1-97F6-DFBF-8DD2EC0F4B83}"/>
              </a:ext>
            </a:extLst>
          </p:cNvPr>
          <p:cNvSpPr txBox="1"/>
          <p:nvPr/>
        </p:nvSpPr>
        <p:spPr>
          <a:xfrm rot="19800705">
            <a:off x="2637238" y="4152469"/>
            <a:ext cx="70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242D840-B4F5-BA20-8A34-B8F18B648B14}"/>
              </a:ext>
            </a:extLst>
          </p:cNvPr>
          <p:cNvSpPr txBox="1"/>
          <p:nvPr/>
        </p:nvSpPr>
        <p:spPr>
          <a:xfrm rot="19800705">
            <a:off x="3340371" y="4209788"/>
            <a:ext cx="1873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accent3">
                    <a:lumMod val="75000"/>
                  </a:schemeClr>
                </a:solidFill>
              </a:rPr>
              <a:t>Better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3">
                    <a:lumMod val="75000"/>
                  </a:schemeClr>
                </a:solidFill>
              </a:rPr>
              <a:t>than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 Age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CE20610-907B-BC8F-7FD0-22205745860A}"/>
              </a:ext>
            </a:extLst>
          </p:cNvPr>
          <p:cNvSpPr txBox="1"/>
          <p:nvPr/>
        </p:nvSpPr>
        <p:spPr>
          <a:xfrm rot="19800705">
            <a:off x="6963845" y="4209786"/>
            <a:ext cx="1873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accent3">
                    <a:lumMod val="75000"/>
                  </a:schemeClr>
                </a:solidFill>
              </a:rPr>
              <a:t>Better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3">
                    <a:lumMod val="75000"/>
                  </a:schemeClr>
                </a:solidFill>
              </a:rPr>
              <a:t>than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 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F8E2319-0AAA-07B0-B756-7E1D42CFBB2D}"/>
              </a:ext>
            </a:extLst>
          </p:cNvPr>
          <p:cNvSpPr txBox="1"/>
          <p:nvPr/>
        </p:nvSpPr>
        <p:spPr>
          <a:xfrm rot="19800705">
            <a:off x="8852135" y="4191906"/>
            <a:ext cx="70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376BE40-B19A-8440-3F35-6ABA182560FB}"/>
              </a:ext>
            </a:extLst>
          </p:cNvPr>
          <p:cNvSpPr txBox="1"/>
          <p:nvPr/>
        </p:nvSpPr>
        <p:spPr>
          <a:xfrm rot="19800705">
            <a:off x="1383239" y="4209787"/>
            <a:ext cx="70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9481FBF-5D30-927E-0016-A1A54050099B}"/>
              </a:ext>
            </a:extLst>
          </p:cNvPr>
          <p:cNvSpPr txBox="1"/>
          <p:nvPr/>
        </p:nvSpPr>
        <p:spPr>
          <a:xfrm rot="19800705">
            <a:off x="8970287" y="2976212"/>
            <a:ext cx="70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BAD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5CD7379-8B94-6688-443A-5EC16CFA0AF6}"/>
              </a:ext>
            </a:extLst>
          </p:cNvPr>
          <p:cNvSpPr txBox="1"/>
          <p:nvPr/>
        </p:nvSpPr>
        <p:spPr>
          <a:xfrm rot="19800705">
            <a:off x="3870388" y="2976213"/>
            <a:ext cx="70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3708607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9D88-6F09-5EDA-AA9C-82EF164C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F6D-3601-B726-0868-8406D856B242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The KNN for JND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755D6-3317-DE28-77B0-F0E3247D5704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E87E90-5C96-84E1-3146-A1570128FB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7146"/>
          <a:stretch/>
        </p:blipFill>
        <p:spPr>
          <a:xfrm>
            <a:off x="1813618" y="1347932"/>
            <a:ext cx="7073065" cy="4322618"/>
          </a:xfrm>
          <a:prstGeom prst="rect">
            <a:avLst/>
          </a:prstGeom>
        </p:spPr>
      </p:pic>
      <p:graphicFrame>
        <p:nvGraphicFramePr>
          <p:cNvPr id="18" name="Diagramme 17">
            <a:extLst>
              <a:ext uri="{FF2B5EF4-FFF2-40B4-BE49-F238E27FC236}">
                <a16:creationId xmlns:a16="http://schemas.microsoft.com/office/drawing/2014/main" id="{426F169B-398A-9B08-6637-78F7B942B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9870845"/>
              </p:ext>
            </p:extLst>
          </p:nvPr>
        </p:nvGraphicFramePr>
        <p:xfrm>
          <a:off x="1719624" y="856725"/>
          <a:ext cx="7261052" cy="491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0" name="Diagramme 19">
            <a:extLst>
              <a:ext uri="{FF2B5EF4-FFF2-40B4-BE49-F238E27FC236}">
                <a16:creationId xmlns:a16="http://schemas.microsoft.com/office/drawing/2014/main" id="{8F5C8510-D61E-00DD-926B-3B63658FA9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36459"/>
              </p:ext>
            </p:extLst>
          </p:nvPr>
        </p:nvGraphicFramePr>
        <p:xfrm>
          <a:off x="745127" y="1505107"/>
          <a:ext cx="838027" cy="370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1" name="Ellipse 20">
            <a:extLst>
              <a:ext uri="{FF2B5EF4-FFF2-40B4-BE49-F238E27FC236}">
                <a16:creationId xmlns:a16="http://schemas.microsoft.com/office/drawing/2014/main" id="{81B99A5B-5AAF-A716-65D6-CA2A85643696}"/>
              </a:ext>
            </a:extLst>
          </p:cNvPr>
          <p:cNvSpPr/>
          <p:nvPr/>
        </p:nvSpPr>
        <p:spPr>
          <a:xfrm>
            <a:off x="4122420" y="2586297"/>
            <a:ext cx="2712720" cy="15468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BAEB8A9-6CD4-02E4-67A2-0CE62C0030D5}"/>
              </a:ext>
            </a:extLst>
          </p:cNvPr>
          <p:cNvSpPr/>
          <p:nvPr/>
        </p:nvSpPr>
        <p:spPr>
          <a:xfrm>
            <a:off x="4028427" y="1236914"/>
            <a:ext cx="2712720" cy="15468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36697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6C4DC-F0DF-8D1C-22C8-670DEC407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ED19FF-133E-E512-19CC-FD67E821D374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057719A-0CAC-4A35-3F4A-DEFC22E6F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260" b="-2147"/>
          <a:stretch/>
        </p:blipFill>
        <p:spPr>
          <a:xfrm>
            <a:off x="1788955" y="543966"/>
            <a:ext cx="5819294" cy="4969938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4151381-B89D-648F-9A59-F9C9920BC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3265878"/>
              </p:ext>
            </p:extLst>
          </p:nvPr>
        </p:nvGraphicFramePr>
        <p:xfrm>
          <a:off x="1788955" y="199428"/>
          <a:ext cx="6011991" cy="491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067CB43A-8D2D-5B74-EB43-0E1B575643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027431"/>
              </p:ext>
            </p:extLst>
          </p:nvPr>
        </p:nvGraphicFramePr>
        <p:xfrm>
          <a:off x="814458" y="847810"/>
          <a:ext cx="838027" cy="4232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" name="Ellipse 6">
            <a:extLst>
              <a:ext uri="{FF2B5EF4-FFF2-40B4-BE49-F238E27FC236}">
                <a16:creationId xmlns:a16="http://schemas.microsoft.com/office/drawing/2014/main" id="{C76EF678-E5BC-8F38-6C5B-50493BDE4F75}"/>
              </a:ext>
            </a:extLst>
          </p:cNvPr>
          <p:cNvSpPr/>
          <p:nvPr/>
        </p:nvSpPr>
        <p:spPr>
          <a:xfrm>
            <a:off x="3438590" y="2715837"/>
            <a:ext cx="2712720" cy="15468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2697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FFA3-0789-0EAB-4AA9-A9FC0F40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1C1F-0711-096D-EF0A-D87B79A8C1E2}"/>
              </a:ext>
            </a:extLst>
          </p:cNvPr>
          <p:cNvSpPr>
            <a:spLocks noGrp="1"/>
          </p:cNvSpPr>
          <p:nvPr/>
        </p:nvSpPr>
        <p:spPr>
          <a:xfrm>
            <a:off x="745127" y="194313"/>
            <a:ext cx="9971315" cy="694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" panose="020B0004020202020204" pitchFamily="34" charset="0"/>
              </a:rPr>
              <a:t>Conclusion </a:t>
            </a:r>
            <a:r>
              <a:rPr lang="en-US" sz="1600" i="1" dirty="0">
                <a:latin typeface="Aptos" panose="020B0004020202020204" pitchFamily="34" charset="0"/>
              </a:rPr>
              <a:t>(if you are still alive)</a:t>
            </a:r>
            <a:endParaRPr lang="en-US" sz="4000" i="1" dirty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5FB8AD-A8AF-2A13-9643-9482B4983C49}"/>
              </a:ext>
            </a:extLst>
          </p:cNvPr>
          <p:cNvSpPr/>
          <p:nvPr/>
        </p:nvSpPr>
        <p:spPr>
          <a:xfrm>
            <a:off x="542703" y="199428"/>
            <a:ext cx="69331" cy="689077"/>
          </a:xfrm>
          <a:prstGeom prst="rect">
            <a:avLst/>
          </a:prstGeom>
          <a:solidFill>
            <a:srgbClr val="ED7D3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682306F-3E4C-9617-E2C4-CF9757B47491}"/>
              </a:ext>
            </a:extLst>
          </p:cNvPr>
          <p:cNvSpPr txBox="1"/>
          <p:nvPr/>
        </p:nvSpPr>
        <p:spPr>
          <a:xfrm>
            <a:off x="577368" y="1148668"/>
            <a:ext cx="919236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Unsupervised</a:t>
            </a:r>
            <a:r>
              <a:rPr lang="fr-FR" b="1" dirty="0"/>
              <a:t> clustering </a:t>
            </a:r>
            <a:r>
              <a:rPr lang="fr-FR" dirty="0"/>
              <a:t>: 2 </a:t>
            </a:r>
            <a:r>
              <a:rPr lang="fr-FR" dirty="0" err="1"/>
              <a:t>valid</a:t>
            </a:r>
            <a:r>
              <a:rPr lang="fr-FR" dirty="0"/>
              <a:t> clusters </a:t>
            </a:r>
            <a:r>
              <a:rPr lang="fr-FR" dirty="0" err="1"/>
              <a:t>based</a:t>
            </a:r>
            <a:r>
              <a:rPr lang="fr-FR" dirty="0"/>
              <a:t> of </a:t>
            </a:r>
            <a:r>
              <a:rPr lang="fr-FR" dirty="0" err="1"/>
              <a:t>raw</a:t>
            </a:r>
            <a:r>
              <a:rPr lang="fr-FR" dirty="0"/>
              <a:t> DTI data</a:t>
            </a:r>
          </a:p>
          <a:p>
            <a:endParaRPr lang="fr-FR" dirty="0"/>
          </a:p>
          <a:p>
            <a:r>
              <a:rPr lang="fr-FR" b="1" dirty="0" err="1"/>
              <a:t>Supervised</a:t>
            </a:r>
            <a:r>
              <a:rPr lang="fr-FR" b="1" dirty="0"/>
              <a:t> classification </a:t>
            </a:r>
            <a:r>
              <a:rPr lang="fr-FR" dirty="0"/>
              <a:t>: for </a:t>
            </a:r>
            <a:r>
              <a:rPr lang="fr-FR" dirty="0" err="1"/>
              <a:t>some</a:t>
            </a:r>
            <a:r>
              <a:rPr lang="fr-FR" dirty="0"/>
              <a:t> CC JND group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bettter</a:t>
            </a:r>
            <a:r>
              <a:rPr lang="fr-FR" dirty="0"/>
              <a:t> </a:t>
            </a:r>
            <a:r>
              <a:rPr lang="fr-FR" dirty="0" err="1"/>
              <a:t>predictor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the </a:t>
            </a:r>
            <a:r>
              <a:rPr lang="fr-FR" dirty="0" err="1"/>
              <a:t>age</a:t>
            </a:r>
            <a:r>
              <a:rPr lang="fr-FR" dirty="0"/>
              <a:t> !!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Analysis</a:t>
            </a:r>
            <a:r>
              <a:rPr lang="fr-FR" dirty="0"/>
              <a:t> of </a:t>
            </a:r>
            <a:r>
              <a:rPr lang="fr-FR" dirty="0" err="1"/>
              <a:t>anatomical</a:t>
            </a:r>
            <a:r>
              <a:rPr lang="fr-FR" dirty="0"/>
              <a:t> data </a:t>
            </a:r>
            <a:r>
              <a:rPr lang="fr-FR" dirty="0" err="1"/>
              <a:t>based</a:t>
            </a:r>
            <a:r>
              <a:rPr lang="fr-FR" dirty="0"/>
              <a:t> on groups of « </a:t>
            </a:r>
            <a:r>
              <a:rPr lang="fr-FR" dirty="0" err="1"/>
              <a:t>age</a:t>
            </a:r>
            <a:r>
              <a:rPr lang="fr-FR" dirty="0"/>
              <a:t> »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inappropriate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« </a:t>
            </a:r>
            <a:r>
              <a:rPr lang="fr-FR" dirty="0" err="1"/>
              <a:t>youngs</a:t>
            </a:r>
            <a:r>
              <a:rPr lang="fr-FR" dirty="0"/>
              <a:t> » are « </a:t>
            </a:r>
            <a:r>
              <a:rPr lang="fr-FR" dirty="0" err="1"/>
              <a:t>old</a:t>
            </a:r>
            <a:r>
              <a:rPr lang="fr-FR" dirty="0"/>
              <a:t> » and </a:t>
            </a:r>
            <a:r>
              <a:rPr lang="fr-FR" dirty="0" err="1"/>
              <a:t>some</a:t>
            </a:r>
            <a:r>
              <a:rPr lang="fr-FR" dirty="0"/>
              <a:t> « </a:t>
            </a:r>
            <a:r>
              <a:rPr lang="fr-FR" dirty="0" err="1"/>
              <a:t>olds</a:t>
            </a:r>
            <a:r>
              <a:rPr lang="fr-FR" dirty="0"/>
              <a:t> » are </a:t>
            </a:r>
            <a:r>
              <a:rPr lang="fr-FR" dirty="0" err="1"/>
              <a:t>young</a:t>
            </a:r>
            <a:r>
              <a:rPr lang="fr-FR" dirty="0"/>
              <a:t>….</a:t>
            </a:r>
          </a:p>
          <a:p>
            <a:pPr lvl="1"/>
            <a:endParaRPr lang="fr-FR" dirty="0"/>
          </a:p>
          <a:p>
            <a:pPr lvl="1" algn="ctr"/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asked</a:t>
            </a:r>
            <a:r>
              <a:rPr lang="fr-FR" dirty="0"/>
              <a:t> :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origin</a:t>
            </a:r>
            <a:r>
              <a:rPr lang="fr-FR" dirty="0"/>
              <a:t> of </a:t>
            </a:r>
            <a:r>
              <a:rPr lang="fr-FR" dirty="0" err="1"/>
              <a:t>bad</a:t>
            </a:r>
            <a:r>
              <a:rPr lang="fr-FR" dirty="0"/>
              <a:t> performances ? </a:t>
            </a:r>
          </a:p>
          <a:p>
            <a:pPr lvl="1" algn="ctr"/>
            <a:endParaRPr lang="fr-FR" dirty="0"/>
          </a:p>
          <a:p>
            <a:pPr lvl="1" algn="ctr"/>
            <a:r>
              <a:rPr lang="fr-FR" dirty="0"/>
              <a:t>The </a:t>
            </a:r>
            <a:r>
              <a:rPr lang="fr-FR" dirty="0" err="1"/>
              <a:t>anatomical</a:t>
            </a:r>
            <a:r>
              <a:rPr lang="fr-FR" dirty="0"/>
              <a:t> changes, not the </a:t>
            </a:r>
            <a:r>
              <a:rPr lang="fr-FR" dirty="0" err="1"/>
              <a:t>age</a:t>
            </a:r>
            <a:r>
              <a:rPr lang="fr-FR" dirty="0"/>
              <a:t>.</a:t>
            </a:r>
          </a:p>
          <a:p>
            <a:pPr lvl="1" algn="ctr"/>
            <a:endParaRPr lang="fr-FR" dirty="0"/>
          </a:p>
          <a:p>
            <a:pPr lvl="1" algn="ctr"/>
            <a:r>
              <a:rPr lang="fr-FR" b="1" dirty="0">
                <a:solidFill>
                  <a:srgbClr val="FF0000"/>
                </a:solidFill>
              </a:rPr>
              <a:t>The changes in DTI values of </a:t>
            </a:r>
            <a:r>
              <a:rPr lang="fr-FR" b="1" dirty="0" err="1">
                <a:solidFill>
                  <a:srgbClr val="FF0000"/>
                </a:solidFill>
              </a:rPr>
              <a:t>given</a:t>
            </a:r>
            <a:r>
              <a:rPr lang="fr-FR" b="1" dirty="0">
                <a:solidFill>
                  <a:srgbClr val="FF0000"/>
                </a:solidFill>
              </a:rPr>
              <a:t> segments of the CC </a:t>
            </a:r>
            <a:r>
              <a:rPr lang="fr-FR" b="1" dirty="0" err="1">
                <a:solidFill>
                  <a:srgbClr val="FF0000"/>
                </a:solidFill>
              </a:rPr>
              <a:t>could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be</a:t>
            </a:r>
            <a:r>
              <a:rPr lang="fr-FR" b="1" dirty="0">
                <a:solidFill>
                  <a:srgbClr val="FF0000"/>
                </a:solidFill>
              </a:rPr>
              <a:t> a </a:t>
            </a:r>
            <a:r>
              <a:rPr lang="fr-FR" b="1" dirty="0" err="1">
                <a:solidFill>
                  <a:srgbClr val="FF0000"/>
                </a:solidFill>
              </a:rPr>
              <a:t>biomarker</a:t>
            </a:r>
            <a:r>
              <a:rPr lang="fr-FR" b="1" dirty="0">
                <a:solidFill>
                  <a:srgbClr val="FF0000"/>
                </a:solidFill>
              </a:rPr>
              <a:t> of proprioceptive performance … </a:t>
            </a:r>
            <a:r>
              <a:rPr lang="fr-FR" b="1" dirty="0" err="1">
                <a:solidFill>
                  <a:srgbClr val="FF0000"/>
                </a:solidFill>
              </a:rPr>
              <a:t>let’s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see</a:t>
            </a:r>
            <a:r>
              <a:rPr lang="fr-FR" b="1" dirty="0">
                <a:solidFill>
                  <a:srgbClr val="FF0000"/>
                </a:solidFill>
              </a:rPr>
              <a:t> ?</a:t>
            </a:r>
          </a:p>
          <a:p>
            <a:endParaRPr lang="fr-FR" dirty="0"/>
          </a:p>
          <a:p>
            <a:r>
              <a:rPr lang="fr-FR" dirty="0"/>
              <a:t> </a:t>
            </a:r>
          </a:p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61C1925-DC12-589C-D38A-206157B62A7A}"/>
              </a:ext>
            </a:extLst>
          </p:cNvPr>
          <p:cNvCxnSpPr/>
          <p:nvPr/>
        </p:nvCxnSpPr>
        <p:spPr>
          <a:xfrm>
            <a:off x="423193" y="2297336"/>
            <a:ext cx="94991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9514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82360951-743A-1CEC-EBE9-7532A52080C3}"/>
              </a:ext>
            </a:extLst>
          </p:cNvPr>
          <p:cNvGraphicFramePr/>
          <p:nvPr/>
        </p:nvGraphicFramePr>
        <p:xfrm>
          <a:off x="1994164" y="419100"/>
          <a:ext cx="6244696" cy="1476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AA9100E2-71CC-C8F6-D7BC-ADE49395D523}"/>
              </a:ext>
            </a:extLst>
          </p:cNvPr>
          <p:cNvGraphicFramePr/>
          <p:nvPr/>
        </p:nvGraphicFramePr>
        <p:xfrm>
          <a:off x="1860814" y="1962151"/>
          <a:ext cx="6711421" cy="663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222F25CB-B820-8964-D3A1-B26CD3096DD8}"/>
              </a:ext>
            </a:extLst>
          </p:cNvPr>
          <p:cNvGraphicFramePr/>
          <p:nvPr/>
        </p:nvGraphicFramePr>
        <p:xfrm>
          <a:off x="6146798" y="2835275"/>
          <a:ext cx="2425437" cy="663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5080702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E300-CE8C-6608-ECD0-0B0ABD26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6445E75-C64E-598C-512F-E88835ADAD2F}"/>
              </a:ext>
            </a:extLst>
          </p:cNvPr>
          <p:cNvSpPr txBox="1"/>
          <p:nvPr/>
        </p:nvSpPr>
        <p:spPr>
          <a:xfrm>
            <a:off x="476251" y="1053378"/>
            <a:ext cx="4274728" cy="2772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 dirty="0">
                <a:solidFill>
                  <a:schemeClr val="tx2"/>
                </a:solidFill>
              </a:rPr>
              <a:t>Tractography data (CC1 to CC7 / 100 segments per CC)</a:t>
            </a: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 b="1" dirty="0">
                <a:solidFill>
                  <a:schemeClr val="tx2"/>
                </a:solidFill>
              </a:rPr>
              <a:t>Could anatomical differences explain difference in behavior ?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 b="1" dirty="0">
                <a:solidFill>
                  <a:schemeClr val="tx2"/>
                </a:solidFill>
              </a:rPr>
              <a:t>Can we find pattern / clusters in DTI data ?</a:t>
            </a: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6" name="Graphique 2">
            <a:extLst>
              <a:ext uri="{FF2B5EF4-FFF2-40B4-BE49-F238E27FC236}">
                <a16:creationId xmlns:a16="http://schemas.microsoft.com/office/drawing/2014/main" id="{A31B76B2-A329-D1C3-2441-A984446470EF}"/>
              </a:ext>
            </a:extLst>
          </p:cNvPr>
          <p:cNvGrpSpPr/>
          <p:nvPr/>
        </p:nvGrpSpPr>
        <p:grpSpPr>
          <a:xfrm>
            <a:off x="7281842" y="4347097"/>
            <a:ext cx="3864767" cy="828526"/>
            <a:chOff x="7281842" y="4347097"/>
            <a:chExt cx="3864767" cy="828526"/>
          </a:xfrm>
          <a:solidFill>
            <a:srgbClr val="000000"/>
          </a:solidFill>
        </p:grpSpPr>
        <p:grpSp>
          <p:nvGrpSpPr>
            <p:cNvPr id="7" name="Graphique 2">
              <a:extLst>
                <a:ext uri="{FF2B5EF4-FFF2-40B4-BE49-F238E27FC236}">
                  <a16:creationId xmlns:a16="http://schemas.microsoft.com/office/drawing/2014/main" id="{CBE7D54C-6BB8-5C3B-2110-D5E89C83D940}"/>
                </a:ext>
              </a:extLst>
            </p:cNvPr>
            <p:cNvGrpSpPr/>
            <p:nvPr/>
          </p:nvGrpSpPr>
          <p:grpSpPr>
            <a:xfrm>
              <a:off x="7281842" y="4347097"/>
              <a:ext cx="1110049" cy="453014"/>
              <a:chOff x="7281842" y="4347097"/>
              <a:chExt cx="1110049" cy="453014"/>
            </a:xfrm>
            <a:solidFill>
              <a:srgbClr val="000000"/>
            </a:solidFill>
          </p:grpSpPr>
          <p:sp>
            <p:nvSpPr>
              <p:cNvPr id="9" name="Forme libre : forme 8">
                <a:extLst>
                  <a:ext uri="{FF2B5EF4-FFF2-40B4-BE49-F238E27FC236}">
                    <a16:creationId xmlns:a16="http://schemas.microsoft.com/office/drawing/2014/main" id="{7641AAB9-2ADA-5163-9B14-D9CB12FCFD0D}"/>
                  </a:ext>
                </a:extLst>
              </p:cNvPr>
              <p:cNvSpPr/>
              <p:nvPr/>
            </p:nvSpPr>
            <p:spPr>
              <a:xfrm>
                <a:off x="7554000" y="4347097"/>
                <a:ext cx="13942" cy="48798"/>
              </a:xfrm>
              <a:custGeom>
                <a:avLst/>
                <a:gdLst>
                  <a:gd name="connsiteX0" fmla="*/ 0 w 13942"/>
                  <a:gd name="connsiteY0" fmla="*/ 0 h 48798"/>
                  <a:gd name="connsiteX1" fmla="*/ 0 w 13942"/>
                  <a:gd name="connsiteY1" fmla="*/ 48799 h 48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942" h="48798">
                    <a:moveTo>
                      <a:pt x="0" y="0"/>
                    </a:moveTo>
                    <a:lnTo>
                      <a:pt x="0" y="48799"/>
                    </a:lnTo>
                  </a:path>
                </a:pathLst>
              </a:custGeom>
              <a:solidFill>
                <a:srgbClr val="000000"/>
              </a:solidFill>
              <a:ln w="551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11" name="Graphique 2">
                <a:extLst>
                  <a:ext uri="{FF2B5EF4-FFF2-40B4-BE49-F238E27FC236}">
                    <a16:creationId xmlns:a16="http://schemas.microsoft.com/office/drawing/2014/main" id="{BF339E8C-A3A0-ADB8-91F3-F08F274BFF8C}"/>
                  </a:ext>
                </a:extLst>
              </p:cNvPr>
              <p:cNvGrpSpPr/>
              <p:nvPr/>
            </p:nvGrpSpPr>
            <p:grpSpPr>
              <a:xfrm>
                <a:off x="7281842" y="4449016"/>
                <a:ext cx="1110049" cy="253523"/>
                <a:chOff x="7281842" y="4449016"/>
                <a:chExt cx="1110049" cy="253523"/>
              </a:xfrm>
              <a:solidFill>
                <a:srgbClr val="000000"/>
              </a:solidFill>
            </p:grpSpPr>
            <p:sp>
              <p:nvSpPr>
                <p:cNvPr id="16" name="Forme libre : forme 15">
                  <a:extLst>
                    <a:ext uri="{FF2B5EF4-FFF2-40B4-BE49-F238E27FC236}">
                      <a16:creationId xmlns:a16="http://schemas.microsoft.com/office/drawing/2014/main" id="{22459A65-B35F-A337-923F-B5E39E6EED37}"/>
                    </a:ext>
                  </a:extLst>
                </p:cNvPr>
                <p:cNvSpPr/>
                <p:nvPr/>
              </p:nvSpPr>
              <p:spPr>
                <a:xfrm>
                  <a:off x="7281842" y="4449016"/>
                  <a:ext cx="63298" cy="101640"/>
                </a:xfrm>
                <a:custGeom>
                  <a:avLst/>
                  <a:gdLst>
                    <a:gd name="connsiteX0" fmla="*/ 0 w 63298"/>
                    <a:gd name="connsiteY0" fmla="*/ 0 h 101640"/>
                    <a:gd name="connsiteX1" fmla="*/ 13803 w 63298"/>
                    <a:gd name="connsiteY1" fmla="*/ 0 h 101640"/>
                    <a:gd name="connsiteX2" fmla="*/ 13803 w 63298"/>
                    <a:gd name="connsiteY2" fmla="*/ 90068 h 101640"/>
                    <a:gd name="connsiteX3" fmla="*/ 63299 w 63298"/>
                    <a:gd name="connsiteY3" fmla="*/ 90068 h 101640"/>
                    <a:gd name="connsiteX4" fmla="*/ 63299 w 63298"/>
                    <a:gd name="connsiteY4" fmla="*/ 101641 h 101640"/>
                    <a:gd name="connsiteX5" fmla="*/ 0 w 63298"/>
                    <a:gd name="connsiteY5" fmla="*/ 101641 h 101640"/>
                    <a:gd name="connsiteX6" fmla="*/ 0 w 63298"/>
                    <a:gd name="connsiteY6" fmla="*/ 0 h 10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298" h="101640">
                      <a:moveTo>
                        <a:pt x="0" y="0"/>
                      </a:moveTo>
                      <a:lnTo>
                        <a:pt x="13803" y="0"/>
                      </a:lnTo>
                      <a:lnTo>
                        <a:pt x="13803" y="90068"/>
                      </a:lnTo>
                      <a:lnTo>
                        <a:pt x="63299" y="90068"/>
                      </a:lnTo>
                      <a:lnTo>
                        <a:pt x="63299" y="101641"/>
                      </a:lnTo>
                      <a:lnTo>
                        <a:pt x="0" y="1016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0" name="Forme libre : forme 19">
                  <a:extLst>
                    <a:ext uri="{FF2B5EF4-FFF2-40B4-BE49-F238E27FC236}">
                      <a16:creationId xmlns:a16="http://schemas.microsoft.com/office/drawing/2014/main" id="{37E3B24C-ECB6-762D-50AC-26030851EFCE}"/>
                    </a:ext>
                  </a:extLst>
                </p:cNvPr>
                <p:cNvSpPr/>
                <p:nvPr/>
              </p:nvSpPr>
              <p:spPr>
                <a:xfrm>
                  <a:off x="7351137" y="4472579"/>
                  <a:ext cx="69991" cy="80029"/>
                </a:xfrm>
                <a:custGeom>
                  <a:avLst/>
                  <a:gdLst>
                    <a:gd name="connsiteX0" fmla="*/ 34996 w 69991"/>
                    <a:gd name="connsiteY0" fmla="*/ 10596 h 80029"/>
                    <a:gd name="connsiteX1" fmla="*/ 19101 w 69991"/>
                    <a:gd name="connsiteY1" fmla="*/ 18404 h 80029"/>
                    <a:gd name="connsiteX2" fmla="*/ 13245 w 69991"/>
                    <a:gd name="connsiteY2" fmla="*/ 40015 h 80029"/>
                    <a:gd name="connsiteX3" fmla="*/ 19101 w 69991"/>
                    <a:gd name="connsiteY3" fmla="*/ 61626 h 80029"/>
                    <a:gd name="connsiteX4" fmla="*/ 35135 w 69991"/>
                    <a:gd name="connsiteY4" fmla="*/ 69434 h 80029"/>
                    <a:gd name="connsiteX5" fmla="*/ 51030 w 69991"/>
                    <a:gd name="connsiteY5" fmla="*/ 61486 h 80029"/>
                    <a:gd name="connsiteX6" fmla="*/ 56885 w 69991"/>
                    <a:gd name="connsiteY6" fmla="*/ 40015 h 80029"/>
                    <a:gd name="connsiteX7" fmla="*/ 51030 w 69991"/>
                    <a:gd name="connsiteY7" fmla="*/ 18544 h 80029"/>
                    <a:gd name="connsiteX8" fmla="*/ 35135 w 69991"/>
                    <a:gd name="connsiteY8" fmla="*/ 10596 h 80029"/>
                    <a:gd name="connsiteX9" fmla="*/ 34996 w 69991"/>
                    <a:gd name="connsiteY9" fmla="*/ 0 h 80029"/>
                    <a:gd name="connsiteX10" fmla="*/ 60650 w 69991"/>
                    <a:gd name="connsiteY10" fmla="*/ 10596 h 80029"/>
                    <a:gd name="connsiteX11" fmla="*/ 69991 w 69991"/>
                    <a:gd name="connsiteY11" fmla="*/ 40015 h 80029"/>
                    <a:gd name="connsiteX12" fmla="*/ 60650 w 69991"/>
                    <a:gd name="connsiteY12" fmla="*/ 69434 h 80029"/>
                    <a:gd name="connsiteX13" fmla="*/ 34996 w 69991"/>
                    <a:gd name="connsiteY13" fmla="*/ 80030 h 80029"/>
                    <a:gd name="connsiteX14" fmla="*/ 9341 w 69991"/>
                    <a:gd name="connsiteY14" fmla="*/ 69434 h 80029"/>
                    <a:gd name="connsiteX15" fmla="*/ 0 w 69991"/>
                    <a:gd name="connsiteY15" fmla="*/ 40015 h 80029"/>
                    <a:gd name="connsiteX16" fmla="*/ 9341 w 69991"/>
                    <a:gd name="connsiteY16" fmla="*/ 10596 h 80029"/>
                    <a:gd name="connsiteX17" fmla="*/ 34996 w 69991"/>
                    <a:gd name="connsiteY17" fmla="*/ 0 h 80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9991" h="80029">
                      <a:moveTo>
                        <a:pt x="34996" y="10596"/>
                      </a:moveTo>
                      <a:cubicBezTo>
                        <a:pt x="28303" y="10596"/>
                        <a:pt x="23005" y="13245"/>
                        <a:pt x="19101" y="18404"/>
                      </a:cubicBezTo>
                      <a:cubicBezTo>
                        <a:pt x="15197" y="23563"/>
                        <a:pt x="13245" y="30813"/>
                        <a:pt x="13245" y="40015"/>
                      </a:cubicBezTo>
                      <a:cubicBezTo>
                        <a:pt x="13245" y="49217"/>
                        <a:pt x="15197" y="56328"/>
                        <a:pt x="19101" y="61626"/>
                      </a:cubicBezTo>
                      <a:cubicBezTo>
                        <a:pt x="23005" y="66924"/>
                        <a:pt x="28303" y="69434"/>
                        <a:pt x="35135" y="69434"/>
                      </a:cubicBezTo>
                      <a:cubicBezTo>
                        <a:pt x="41967" y="69434"/>
                        <a:pt x="47126" y="66784"/>
                        <a:pt x="51030" y="61486"/>
                      </a:cubicBezTo>
                      <a:cubicBezTo>
                        <a:pt x="54933" y="56188"/>
                        <a:pt x="56885" y="49077"/>
                        <a:pt x="56885" y="40015"/>
                      </a:cubicBezTo>
                      <a:cubicBezTo>
                        <a:pt x="56885" y="30952"/>
                        <a:pt x="54933" y="23842"/>
                        <a:pt x="51030" y="18544"/>
                      </a:cubicBezTo>
                      <a:cubicBezTo>
                        <a:pt x="47126" y="13245"/>
                        <a:pt x="41828" y="10596"/>
                        <a:pt x="35135" y="10596"/>
                      </a:cubicBezTo>
                      <a:close/>
                      <a:moveTo>
                        <a:pt x="34996" y="0"/>
                      </a:moveTo>
                      <a:cubicBezTo>
                        <a:pt x="45871" y="0"/>
                        <a:pt x="54376" y="3486"/>
                        <a:pt x="60650" y="10596"/>
                      </a:cubicBezTo>
                      <a:cubicBezTo>
                        <a:pt x="66924" y="17707"/>
                        <a:pt x="69991" y="27467"/>
                        <a:pt x="69991" y="40015"/>
                      </a:cubicBezTo>
                      <a:cubicBezTo>
                        <a:pt x="69991" y="52563"/>
                        <a:pt x="66924" y="62323"/>
                        <a:pt x="60650" y="69434"/>
                      </a:cubicBezTo>
                      <a:cubicBezTo>
                        <a:pt x="54376" y="76544"/>
                        <a:pt x="45871" y="80030"/>
                        <a:pt x="34996" y="80030"/>
                      </a:cubicBezTo>
                      <a:cubicBezTo>
                        <a:pt x="24120" y="80030"/>
                        <a:pt x="15476" y="76544"/>
                        <a:pt x="9341" y="69434"/>
                      </a:cubicBezTo>
                      <a:cubicBezTo>
                        <a:pt x="3207" y="62323"/>
                        <a:pt x="0" y="52563"/>
                        <a:pt x="0" y="40015"/>
                      </a:cubicBezTo>
                      <a:cubicBezTo>
                        <a:pt x="0" y="27467"/>
                        <a:pt x="3067" y="17707"/>
                        <a:pt x="9341" y="10596"/>
                      </a:cubicBezTo>
                      <a:cubicBezTo>
                        <a:pt x="15476" y="3486"/>
                        <a:pt x="24120" y="0"/>
                        <a:pt x="3499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1" name="Forme libre : forme 20">
                  <a:extLst>
                    <a:ext uri="{FF2B5EF4-FFF2-40B4-BE49-F238E27FC236}">
                      <a16:creationId xmlns:a16="http://schemas.microsoft.com/office/drawing/2014/main" id="{343D984A-CF6E-DD74-9426-7ACF4214F138}"/>
                    </a:ext>
                  </a:extLst>
                </p:cNvPr>
                <p:cNvSpPr/>
                <p:nvPr/>
              </p:nvSpPr>
              <p:spPr>
                <a:xfrm>
                  <a:off x="7434652" y="4474391"/>
                  <a:ext cx="102337" cy="76265"/>
                </a:xfrm>
                <a:custGeom>
                  <a:avLst/>
                  <a:gdLst>
                    <a:gd name="connsiteX0" fmla="*/ 0 w 102337"/>
                    <a:gd name="connsiteY0" fmla="*/ 0 h 76265"/>
                    <a:gd name="connsiteX1" fmla="*/ 12548 w 102337"/>
                    <a:gd name="connsiteY1" fmla="*/ 0 h 76265"/>
                    <a:gd name="connsiteX2" fmla="*/ 28164 w 102337"/>
                    <a:gd name="connsiteY2" fmla="*/ 59535 h 76265"/>
                    <a:gd name="connsiteX3" fmla="*/ 43779 w 102337"/>
                    <a:gd name="connsiteY3" fmla="*/ 0 h 76265"/>
                    <a:gd name="connsiteX4" fmla="*/ 58558 w 102337"/>
                    <a:gd name="connsiteY4" fmla="*/ 0 h 76265"/>
                    <a:gd name="connsiteX5" fmla="*/ 74174 w 102337"/>
                    <a:gd name="connsiteY5" fmla="*/ 59535 h 76265"/>
                    <a:gd name="connsiteX6" fmla="*/ 89790 w 102337"/>
                    <a:gd name="connsiteY6" fmla="*/ 0 h 76265"/>
                    <a:gd name="connsiteX7" fmla="*/ 102338 w 102337"/>
                    <a:gd name="connsiteY7" fmla="*/ 0 h 76265"/>
                    <a:gd name="connsiteX8" fmla="*/ 82400 w 102337"/>
                    <a:gd name="connsiteY8" fmla="*/ 76265 h 76265"/>
                    <a:gd name="connsiteX9" fmla="*/ 67621 w 102337"/>
                    <a:gd name="connsiteY9" fmla="*/ 76265 h 76265"/>
                    <a:gd name="connsiteX10" fmla="*/ 51169 w 102337"/>
                    <a:gd name="connsiteY10" fmla="*/ 13803 h 76265"/>
                    <a:gd name="connsiteX11" fmla="*/ 34717 w 102337"/>
                    <a:gd name="connsiteY11" fmla="*/ 76265 h 76265"/>
                    <a:gd name="connsiteX12" fmla="*/ 19938 w 102337"/>
                    <a:gd name="connsiteY12" fmla="*/ 76265 h 76265"/>
                    <a:gd name="connsiteX13" fmla="*/ 0 w 102337"/>
                    <a:gd name="connsiteY13" fmla="*/ 0 h 76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02337" h="76265">
                      <a:moveTo>
                        <a:pt x="0" y="0"/>
                      </a:moveTo>
                      <a:lnTo>
                        <a:pt x="12548" y="0"/>
                      </a:lnTo>
                      <a:lnTo>
                        <a:pt x="28164" y="59535"/>
                      </a:lnTo>
                      <a:lnTo>
                        <a:pt x="43779" y="0"/>
                      </a:lnTo>
                      <a:lnTo>
                        <a:pt x="58558" y="0"/>
                      </a:lnTo>
                      <a:lnTo>
                        <a:pt x="74174" y="59535"/>
                      </a:lnTo>
                      <a:lnTo>
                        <a:pt x="89790" y="0"/>
                      </a:lnTo>
                      <a:lnTo>
                        <a:pt x="102338" y="0"/>
                      </a:lnTo>
                      <a:lnTo>
                        <a:pt x="82400" y="76265"/>
                      </a:lnTo>
                      <a:lnTo>
                        <a:pt x="67621" y="76265"/>
                      </a:lnTo>
                      <a:lnTo>
                        <a:pt x="51169" y="13803"/>
                      </a:lnTo>
                      <a:lnTo>
                        <a:pt x="34717" y="76265"/>
                      </a:lnTo>
                      <a:lnTo>
                        <a:pt x="19938" y="7626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2" name="Forme libre : forme 21">
                  <a:extLst>
                    <a:ext uri="{FF2B5EF4-FFF2-40B4-BE49-F238E27FC236}">
                      <a16:creationId xmlns:a16="http://schemas.microsoft.com/office/drawing/2014/main" id="{CB57A878-647B-7761-A6CF-8258C530A5C4}"/>
                    </a:ext>
                  </a:extLst>
                </p:cNvPr>
                <p:cNvSpPr/>
                <p:nvPr/>
              </p:nvSpPr>
              <p:spPr>
                <a:xfrm>
                  <a:off x="7579933" y="4449016"/>
                  <a:ext cx="34716" cy="129525"/>
                </a:xfrm>
                <a:custGeom>
                  <a:avLst/>
                  <a:gdLst>
                    <a:gd name="connsiteX0" fmla="*/ 20914 w 34716"/>
                    <a:gd name="connsiteY0" fmla="*/ 0 h 129525"/>
                    <a:gd name="connsiteX1" fmla="*/ 34717 w 34716"/>
                    <a:gd name="connsiteY1" fmla="*/ 0 h 129525"/>
                    <a:gd name="connsiteX2" fmla="*/ 34717 w 34716"/>
                    <a:gd name="connsiteY2" fmla="*/ 94530 h 129525"/>
                    <a:gd name="connsiteX3" fmla="*/ 27746 w 34716"/>
                    <a:gd name="connsiteY3" fmla="*/ 121160 h 129525"/>
                    <a:gd name="connsiteX4" fmla="*/ 5298 w 34716"/>
                    <a:gd name="connsiteY4" fmla="*/ 129526 h 129525"/>
                    <a:gd name="connsiteX5" fmla="*/ 0 w 34716"/>
                    <a:gd name="connsiteY5" fmla="*/ 129526 h 129525"/>
                    <a:gd name="connsiteX6" fmla="*/ 0 w 34716"/>
                    <a:gd name="connsiteY6" fmla="*/ 117953 h 129525"/>
                    <a:gd name="connsiteX7" fmla="*/ 4322 w 34716"/>
                    <a:gd name="connsiteY7" fmla="*/ 117953 h 129525"/>
                    <a:gd name="connsiteX8" fmla="*/ 17149 w 34716"/>
                    <a:gd name="connsiteY8" fmla="*/ 112795 h 129525"/>
                    <a:gd name="connsiteX9" fmla="*/ 20914 w 34716"/>
                    <a:gd name="connsiteY9" fmla="*/ 94530 h 129525"/>
                    <a:gd name="connsiteX10" fmla="*/ 20914 w 34716"/>
                    <a:gd name="connsiteY10" fmla="*/ 0 h 12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4716" h="129525">
                      <a:moveTo>
                        <a:pt x="20914" y="0"/>
                      </a:moveTo>
                      <a:lnTo>
                        <a:pt x="34717" y="0"/>
                      </a:lnTo>
                      <a:lnTo>
                        <a:pt x="34717" y="94530"/>
                      </a:lnTo>
                      <a:cubicBezTo>
                        <a:pt x="34717" y="106800"/>
                        <a:pt x="32347" y="115723"/>
                        <a:pt x="27746" y="121160"/>
                      </a:cubicBezTo>
                      <a:cubicBezTo>
                        <a:pt x="23145" y="126737"/>
                        <a:pt x="15616" y="129526"/>
                        <a:pt x="5298" y="129526"/>
                      </a:cubicBezTo>
                      <a:lnTo>
                        <a:pt x="0" y="129526"/>
                      </a:lnTo>
                      <a:lnTo>
                        <a:pt x="0" y="117953"/>
                      </a:lnTo>
                      <a:lnTo>
                        <a:pt x="4322" y="117953"/>
                      </a:lnTo>
                      <a:cubicBezTo>
                        <a:pt x="10457" y="117953"/>
                        <a:pt x="14640" y="116280"/>
                        <a:pt x="17149" y="112795"/>
                      </a:cubicBezTo>
                      <a:cubicBezTo>
                        <a:pt x="19659" y="109448"/>
                        <a:pt x="20914" y="103314"/>
                        <a:pt x="20914" y="94530"/>
                      </a:cubicBezTo>
                      <a:lnTo>
                        <a:pt x="209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3" name="Forme libre : forme 22">
                  <a:extLst>
                    <a:ext uri="{FF2B5EF4-FFF2-40B4-BE49-F238E27FC236}">
                      <a16:creationId xmlns:a16="http://schemas.microsoft.com/office/drawing/2014/main" id="{F6C61D86-6563-A4D2-465F-F126C633745C}"/>
                    </a:ext>
                  </a:extLst>
                </p:cNvPr>
                <p:cNvSpPr/>
                <p:nvPr/>
              </p:nvSpPr>
              <p:spPr>
                <a:xfrm>
                  <a:off x="7641838" y="4449016"/>
                  <a:ext cx="76962" cy="101640"/>
                </a:xfrm>
                <a:custGeom>
                  <a:avLst/>
                  <a:gdLst>
                    <a:gd name="connsiteX0" fmla="*/ 0 w 76962"/>
                    <a:gd name="connsiteY0" fmla="*/ 0 h 101640"/>
                    <a:gd name="connsiteX1" fmla="*/ 18544 w 76962"/>
                    <a:gd name="connsiteY1" fmla="*/ 0 h 101640"/>
                    <a:gd name="connsiteX2" fmla="*/ 63578 w 76962"/>
                    <a:gd name="connsiteY2" fmla="*/ 85049 h 101640"/>
                    <a:gd name="connsiteX3" fmla="*/ 63578 w 76962"/>
                    <a:gd name="connsiteY3" fmla="*/ 0 h 101640"/>
                    <a:gd name="connsiteX4" fmla="*/ 76963 w 76962"/>
                    <a:gd name="connsiteY4" fmla="*/ 0 h 101640"/>
                    <a:gd name="connsiteX5" fmla="*/ 76963 w 76962"/>
                    <a:gd name="connsiteY5" fmla="*/ 101641 h 101640"/>
                    <a:gd name="connsiteX6" fmla="*/ 58419 w 76962"/>
                    <a:gd name="connsiteY6" fmla="*/ 101641 h 101640"/>
                    <a:gd name="connsiteX7" fmla="*/ 13385 w 76962"/>
                    <a:gd name="connsiteY7" fmla="*/ 16592 h 101640"/>
                    <a:gd name="connsiteX8" fmla="*/ 13385 w 76962"/>
                    <a:gd name="connsiteY8" fmla="*/ 101641 h 101640"/>
                    <a:gd name="connsiteX9" fmla="*/ 0 w 76962"/>
                    <a:gd name="connsiteY9" fmla="*/ 101641 h 101640"/>
                    <a:gd name="connsiteX10" fmla="*/ 0 w 76962"/>
                    <a:gd name="connsiteY10" fmla="*/ 0 h 10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6962" h="101640">
                      <a:moveTo>
                        <a:pt x="0" y="0"/>
                      </a:moveTo>
                      <a:lnTo>
                        <a:pt x="18544" y="0"/>
                      </a:lnTo>
                      <a:lnTo>
                        <a:pt x="63578" y="85049"/>
                      </a:lnTo>
                      <a:lnTo>
                        <a:pt x="63578" y="0"/>
                      </a:lnTo>
                      <a:lnTo>
                        <a:pt x="76963" y="0"/>
                      </a:lnTo>
                      <a:lnTo>
                        <a:pt x="76963" y="101641"/>
                      </a:lnTo>
                      <a:lnTo>
                        <a:pt x="58419" y="101641"/>
                      </a:lnTo>
                      <a:lnTo>
                        <a:pt x="13385" y="16592"/>
                      </a:lnTo>
                      <a:lnTo>
                        <a:pt x="13385" y="101641"/>
                      </a:lnTo>
                      <a:lnTo>
                        <a:pt x="0" y="1016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5" name="Forme libre : forme 24">
                  <a:extLst>
                    <a:ext uri="{FF2B5EF4-FFF2-40B4-BE49-F238E27FC236}">
                      <a16:creationId xmlns:a16="http://schemas.microsoft.com/office/drawing/2014/main" id="{1416F692-338B-90DF-47E2-6CB2DE582601}"/>
                    </a:ext>
                  </a:extLst>
                </p:cNvPr>
                <p:cNvSpPr/>
                <p:nvPr/>
              </p:nvSpPr>
              <p:spPr>
                <a:xfrm>
                  <a:off x="7746128" y="4449016"/>
                  <a:ext cx="85467" cy="101640"/>
                </a:xfrm>
                <a:custGeom>
                  <a:avLst/>
                  <a:gdLst>
                    <a:gd name="connsiteX0" fmla="*/ 13803 w 85467"/>
                    <a:gd name="connsiteY0" fmla="*/ 11293 h 101640"/>
                    <a:gd name="connsiteX1" fmla="*/ 13803 w 85467"/>
                    <a:gd name="connsiteY1" fmla="*/ 90347 h 101640"/>
                    <a:gd name="connsiteX2" fmla="*/ 30395 w 85467"/>
                    <a:gd name="connsiteY2" fmla="*/ 90347 h 101640"/>
                    <a:gd name="connsiteX3" fmla="*/ 61208 w 85467"/>
                    <a:gd name="connsiteY3" fmla="*/ 80867 h 101640"/>
                    <a:gd name="connsiteX4" fmla="*/ 70967 w 85467"/>
                    <a:gd name="connsiteY4" fmla="*/ 50751 h 101640"/>
                    <a:gd name="connsiteX5" fmla="*/ 61208 w 85467"/>
                    <a:gd name="connsiteY5" fmla="*/ 20774 h 101640"/>
                    <a:gd name="connsiteX6" fmla="*/ 30395 w 85467"/>
                    <a:gd name="connsiteY6" fmla="*/ 11293 h 101640"/>
                    <a:gd name="connsiteX7" fmla="*/ 13803 w 85467"/>
                    <a:gd name="connsiteY7" fmla="*/ 11293 h 101640"/>
                    <a:gd name="connsiteX8" fmla="*/ 0 w 85467"/>
                    <a:gd name="connsiteY8" fmla="*/ 0 h 101640"/>
                    <a:gd name="connsiteX9" fmla="*/ 28303 w 85467"/>
                    <a:gd name="connsiteY9" fmla="*/ 0 h 101640"/>
                    <a:gd name="connsiteX10" fmla="*/ 71665 w 85467"/>
                    <a:gd name="connsiteY10" fmla="*/ 12269 h 101640"/>
                    <a:gd name="connsiteX11" fmla="*/ 85468 w 85467"/>
                    <a:gd name="connsiteY11" fmla="*/ 50751 h 101640"/>
                    <a:gd name="connsiteX12" fmla="*/ 71525 w 85467"/>
                    <a:gd name="connsiteY12" fmla="*/ 89371 h 101640"/>
                    <a:gd name="connsiteX13" fmla="*/ 28303 w 85467"/>
                    <a:gd name="connsiteY13" fmla="*/ 101641 h 101640"/>
                    <a:gd name="connsiteX14" fmla="*/ 0 w 85467"/>
                    <a:gd name="connsiteY14" fmla="*/ 101641 h 101640"/>
                    <a:gd name="connsiteX15" fmla="*/ 0 w 85467"/>
                    <a:gd name="connsiteY15" fmla="*/ 0 h 10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5467" h="101640">
                      <a:moveTo>
                        <a:pt x="13803" y="11293"/>
                      </a:moveTo>
                      <a:lnTo>
                        <a:pt x="13803" y="90347"/>
                      </a:lnTo>
                      <a:lnTo>
                        <a:pt x="30395" y="90347"/>
                      </a:lnTo>
                      <a:cubicBezTo>
                        <a:pt x="44477" y="90347"/>
                        <a:pt x="54655" y="87141"/>
                        <a:pt x="61208" y="80867"/>
                      </a:cubicBezTo>
                      <a:cubicBezTo>
                        <a:pt x="67761" y="74453"/>
                        <a:pt x="70967" y="64414"/>
                        <a:pt x="70967" y="50751"/>
                      </a:cubicBezTo>
                      <a:cubicBezTo>
                        <a:pt x="70967" y="37087"/>
                        <a:pt x="67761" y="27188"/>
                        <a:pt x="61208" y="20774"/>
                      </a:cubicBezTo>
                      <a:cubicBezTo>
                        <a:pt x="54655" y="14361"/>
                        <a:pt x="44477" y="11293"/>
                        <a:pt x="30395" y="11293"/>
                      </a:cubicBezTo>
                      <a:lnTo>
                        <a:pt x="13803" y="11293"/>
                      </a:lnTo>
                      <a:close/>
                      <a:moveTo>
                        <a:pt x="0" y="0"/>
                      </a:moveTo>
                      <a:lnTo>
                        <a:pt x="28303" y="0"/>
                      </a:lnTo>
                      <a:cubicBezTo>
                        <a:pt x="47962" y="0"/>
                        <a:pt x="62462" y="4043"/>
                        <a:pt x="71665" y="12269"/>
                      </a:cubicBezTo>
                      <a:cubicBezTo>
                        <a:pt x="80867" y="20495"/>
                        <a:pt x="85468" y="33323"/>
                        <a:pt x="85468" y="50751"/>
                      </a:cubicBezTo>
                      <a:cubicBezTo>
                        <a:pt x="85468" y="68179"/>
                        <a:pt x="80867" y="81145"/>
                        <a:pt x="71525" y="89371"/>
                      </a:cubicBezTo>
                      <a:cubicBezTo>
                        <a:pt x="62323" y="97597"/>
                        <a:pt x="47823" y="101641"/>
                        <a:pt x="28303" y="101641"/>
                      </a:cubicBezTo>
                      <a:lnTo>
                        <a:pt x="0" y="1016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27" name="Graphique 2">
              <a:extLst>
                <a:ext uri="{FF2B5EF4-FFF2-40B4-BE49-F238E27FC236}">
                  <a16:creationId xmlns:a16="http://schemas.microsoft.com/office/drawing/2014/main" id="{6716576F-2BF3-C968-221F-F76E3F3CEE9E}"/>
                </a:ext>
              </a:extLst>
            </p:cNvPr>
            <p:cNvGrpSpPr/>
            <p:nvPr/>
          </p:nvGrpSpPr>
          <p:grpSpPr>
            <a:xfrm>
              <a:off x="8600245" y="4347097"/>
              <a:ext cx="1202671" cy="455196"/>
              <a:chOff x="8600245" y="4347097"/>
              <a:chExt cx="1202671" cy="455196"/>
            </a:xfrm>
            <a:solidFill>
              <a:srgbClr val="000000"/>
            </a:solidFill>
          </p:grpSpPr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A97863AB-97C8-E60F-B1FA-0005E32AD05F}"/>
                  </a:ext>
                </a:extLst>
              </p:cNvPr>
              <p:cNvSpPr/>
              <p:nvPr/>
            </p:nvSpPr>
            <p:spPr>
              <a:xfrm>
                <a:off x="8895269" y="4347097"/>
                <a:ext cx="13942" cy="48798"/>
              </a:xfrm>
              <a:custGeom>
                <a:avLst/>
                <a:gdLst>
                  <a:gd name="connsiteX0" fmla="*/ 0 w 13942"/>
                  <a:gd name="connsiteY0" fmla="*/ 0 h 48798"/>
                  <a:gd name="connsiteX1" fmla="*/ 0 w 13942"/>
                  <a:gd name="connsiteY1" fmla="*/ 48799 h 48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942" h="48798">
                    <a:moveTo>
                      <a:pt x="0" y="0"/>
                    </a:moveTo>
                    <a:lnTo>
                      <a:pt x="0" y="48799"/>
                    </a:lnTo>
                  </a:path>
                </a:pathLst>
              </a:custGeom>
              <a:solidFill>
                <a:srgbClr val="000000"/>
              </a:solidFill>
              <a:ln w="551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38" name="Graphique 2">
                <a:extLst>
                  <a:ext uri="{FF2B5EF4-FFF2-40B4-BE49-F238E27FC236}">
                    <a16:creationId xmlns:a16="http://schemas.microsoft.com/office/drawing/2014/main" id="{03E421EC-DCA2-38CD-9FCD-42FA5ACA2DD3}"/>
                  </a:ext>
                </a:extLst>
              </p:cNvPr>
              <p:cNvGrpSpPr/>
              <p:nvPr/>
            </p:nvGrpSpPr>
            <p:grpSpPr>
              <a:xfrm>
                <a:off x="8600245" y="4444554"/>
                <a:ext cx="1202671" cy="264439"/>
                <a:chOff x="8600245" y="4444554"/>
                <a:chExt cx="1202671" cy="264439"/>
              </a:xfrm>
              <a:solidFill>
                <a:srgbClr val="000000"/>
              </a:solidFill>
            </p:grpSpPr>
            <p:sp>
              <p:nvSpPr>
                <p:cNvPr id="40" name="Forme libre : forme 39">
                  <a:extLst>
                    <a:ext uri="{FF2B5EF4-FFF2-40B4-BE49-F238E27FC236}">
                      <a16:creationId xmlns:a16="http://schemas.microsoft.com/office/drawing/2014/main" id="{752BB9DE-A3D7-02D9-0628-544C09D1E694}"/>
                    </a:ext>
                  </a:extLst>
                </p:cNvPr>
                <p:cNvSpPr/>
                <p:nvPr/>
              </p:nvSpPr>
              <p:spPr>
                <a:xfrm>
                  <a:off x="8600245" y="4449016"/>
                  <a:ext cx="77520" cy="101640"/>
                </a:xfrm>
                <a:custGeom>
                  <a:avLst/>
                  <a:gdLst>
                    <a:gd name="connsiteX0" fmla="*/ 0 w 77520"/>
                    <a:gd name="connsiteY0" fmla="*/ 0 h 101640"/>
                    <a:gd name="connsiteX1" fmla="*/ 13803 w 77520"/>
                    <a:gd name="connsiteY1" fmla="*/ 0 h 101640"/>
                    <a:gd name="connsiteX2" fmla="*/ 13803 w 77520"/>
                    <a:gd name="connsiteY2" fmla="*/ 41688 h 101640"/>
                    <a:gd name="connsiteX3" fmla="*/ 63717 w 77520"/>
                    <a:gd name="connsiteY3" fmla="*/ 41688 h 101640"/>
                    <a:gd name="connsiteX4" fmla="*/ 63717 w 77520"/>
                    <a:gd name="connsiteY4" fmla="*/ 0 h 101640"/>
                    <a:gd name="connsiteX5" fmla="*/ 77520 w 77520"/>
                    <a:gd name="connsiteY5" fmla="*/ 0 h 101640"/>
                    <a:gd name="connsiteX6" fmla="*/ 77520 w 77520"/>
                    <a:gd name="connsiteY6" fmla="*/ 101641 h 101640"/>
                    <a:gd name="connsiteX7" fmla="*/ 63717 w 77520"/>
                    <a:gd name="connsiteY7" fmla="*/ 101641 h 101640"/>
                    <a:gd name="connsiteX8" fmla="*/ 63717 w 77520"/>
                    <a:gd name="connsiteY8" fmla="*/ 53260 h 101640"/>
                    <a:gd name="connsiteX9" fmla="*/ 13803 w 77520"/>
                    <a:gd name="connsiteY9" fmla="*/ 53260 h 101640"/>
                    <a:gd name="connsiteX10" fmla="*/ 13803 w 77520"/>
                    <a:gd name="connsiteY10" fmla="*/ 101641 h 101640"/>
                    <a:gd name="connsiteX11" fmla="*/ 0 w 77520"/>
                    <a:gd name="connsiteY11" fmla="*/ 101641 h 101640"/>
                    <a:gd name="connsiteX12" fmla="*/ 0 w 77520"/>
                    <a:gd name="connsiteY12" fmla="*/ 0 h 10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520" h="101640">
                      <a:moveTo>
                        <a:pt x="0" y="0"/>
                      </a:moveTo>
                      <a:lnTo>
                        <a:pt x="13803" y="0"/>
                      </a:lnTo>
                      <a:lnTo>
                        <a:pt x="13803" y="41688"/>
                      </a:lnTo>
                      <a:lnTo>
                        <a:pt x="63717" y="41688"/>
                      </a:lnTo>
                      <a:lnTo>
                        <a:pt x="63717" y="0"/>
                      </a:lnTo>
                      <a:lnTo>
                        <a:pt x="77520" y="0"/>
                      </a:lnTo>
                      <a:lnTo>
                        <a:pt x="77520" y="101641"/>
                      </a:lnTo>
                      <a:lnTo>
                        <a:pt x="63717" y="101641"/>
                      </a:lnTo>
                      <a:lnTo>
                        <a:pt x="63717" y="53260"/>
                      </a:lnTo>
                      <a:lnTo>
                        <a:pt x="13803" y="53260"/>
                      </a:lnTo>
                      <a:lnTo>
                        <a:pt x="13803" y="101641"/>
                      </a:lnTo>
                      <a:lnTo>
                        <a:pt x="0" y="1016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41" name="Forme libre : forme 40">
                  <a:extLst>
                    <a:ext uri="{FF2B5EF4-FFF2-40B4-BE49-F238E27FC236}">
                      <a16:creationId xmlns:a16="http://schemas.microsoft.com/office/drawing/2014/main" id="{96265273-F4E5-A586-2603-CEE78E0D3587}"/>
                    </a:ext>
                  </a:extLst>
                </p:cNvPr>
                <p:cNvSpPr/>
                <p:nvPr/>
              </p:nvSpPr>
              <p:spPr>
                <a:xfrm>
                  <a:off x="8704535" y="4444694"/>
                  <a:ext cx="12548" cy="105962"/>
                </a:xfrm>
                <a:custGeom>
                  <a:avLst/>
                  <a:gdLst>
                    <a:gd name="connsiteX0" fmla="*/ 0 w 12548"/>
                    <a:gd name="connsiteY0" fmla="*/ 29697 h 105962"/>
                    <a:gd name="connsiteX1" fmla="*/ 12548 w 12548"/>
                    <a:gd name="connsiteY1" fmla="*/ 29697 h 105962"/>
                    <a:gd name="connsiteX2" fmla="*/ 12548 w 12548"/>
                    <a:gd name="connsiteY2" fmla="*/ 105963 h 105962"/>
                    <a:gd name="connsiteX3" fmla="*/ 0 w 12548"/>
                    <a:gd name="connsiteY3" fmla="*/ 105963 h 105962"/>
                    <a:gd name="connsiteX4" fmla="*/ 0 w 12548"/>
                    <a:gd name="connsiteY4" fmla="*/ 29697 h 105962"/>
                    <a:gd name="connsiteX5" fmla="*/ 0 w 12548"/>
                    <a:gd name="connsiteY5" fmla="*/ 0 h 105962"/>
                    <a:gd name="connsiteX6" fmla="*/ 12548 w 12548"/>
                    <a:gd name="connsiteY6" fmla="*/ 0 h 105962"/>
                    <a:gd name="connsiteX7" fmla="*/ 12548 w 12548"/>
                    <a:gd name="connsiteY7" fmla="*/ 15894 h 105962"/>
                    <a:gd name="connsiteX8" fmla="*/ 0 w 12548"/>
                    <a:gd name="connsiteY8" fmla="*/ 15894 h 105962"/>
                    <a:gd name="connsiteX9" fmla="*/ 0 w 12548"/>
                    <a:gd name="connsiteY9" fmla="*/ 0 h 105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548" h="105962">
                      <a:moveTo>
                        <a:pt x="0" y="29697"/>
                      </a:moveTo>
                      <a:lnTo>
                        <a:pt x="12548" y="29697"/>
                      </a:lnTo>
                      <a:lnTo>
                        <a:pt x="12548" y="105963"/>
                      </a:lnTo>
                      <a:lnTo>
                        <a:pt x="0" y="105963"/>
                      </a:lnTo>
                      <a:lnTo>
                        <a:pt x="0" y="29697"/>
                      </a:lnTo>
                      <a:close/>
                      <a:moveTo>
                        <a:pt x="0" y="0"/>
                      </a:moveTo>
                      <a:lnTo>
                        <a:pt x="12548" y="0"/>
                      </a:lnTo>
                      <a:lnTo>
                        <a:pt x="12548" y="15894"/>
                      </a:lnTo>
                      <a:lnTo>
                        <a:pt x="0" y="158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42" name="Forme libre : forme 41">
                  <a:extLst>
                    <a:ext uri="{FF2B5EF4-FFF2-40B4-BE49-F238E27FC236}">
                      <a16:creationId xmlns:a16="http://schemas.microsoft.com/office/drawing/2014/main" id="{3428CD9E-54B2-A20B-BD9F-0902A551EE28}"/>
                    </a:ext>
                  </a:extLst>
                </p:cNvPr>
                <p:cNvSpPr/>
                <p:nvPr/>
              </p:nvSpPr>
              <p:spPr>
                <a:xfrm>
                  <a:off x="8737718" y="4472579"/>
                  <a:ext cx="68178" cy="107078"/>
                </a:xfrm>
                <a:custGeom>
                  <a:avLst/>
                  <a:gdLst>
                    <a:gd name="connsiteX0" fmla="*/ 55770 w 68178"/>
                    <a:gd name="connsiteY0" fmla="*/ 39039 h 107078"/>
                    <a:gd name="connsiteX1" fmla="*/ 50193 w 68178"/>
                    <a:gd name="connsiteY1" fmla="*/ 17986 h 107078"/>
                    <a:gd name="connsiteX2" fmla="*/ 34438 w 68178"/>
                    <a:gd name="connsiteY2" fmla="*/ 10457 h 107078"/>
                    <a:gd name="connsiteX3" fmla="*/ 18683 w 68178"/>
                    <a:gd name="connsiteY3" fmla="*/ 17986 h 107078"/>
                    <a:gd name="connsiteX4" fmla="*/ 13106 w 68178"/>
                    <a:gd name="connsiteY4" fmla="*/ 39039 h 107078"/>
                    <a:gd name="connsiteX5" fmla="*/ 18683 w 68178"/>
                    <a:gd name="connsiteY5" fmla="*/ 60092 h 107078"/>
                    <a:gd name="connsiteX6" fmla="*/ 34438 w 68178"/>
                    <a:gd name="connsiteY6" fmla="*/ 67621 h 107078"/>
                    <a:gd name="connsiteX7" fmla="*/ 50193 w 68178"/>
                    <a:gd name="connsiteY7" fmla="*/ 60092 h 107078"/>
                    <a:gd name="connsiteX8" fmla="*/ 55770 w 68178"/>
                    <a:gd name="connsiteY8" fmla="*/ 39039 h 107078"/>
                    <a:gd name="connsiteX9" fmla="*/ 68179 w 68178"/>
                    <a:gd name="connsiteY9" fmla="*/ 68597 h 107078"/>
                    <a:gd name="connsiteX10" fmla="*/ 59535 w 68178"/>
                    <a:gd name="connsiteY10" fmla="*/ 97597 h 107078"/>
                    <a:gd name="connsiteX11" fmla="*/ 33044 w 68178"/>
                    <a:gd name="connsiteY11" fmla="*/ 107078 h 107078"/>
                    <a:gd name="connsiteX12" fmla="*/ 20635 w 68178"/>
                    <a:gd name="connsiteY12" fmla="*/ 106102 h 107078"/>
                    <a:gd name="connsiteX13" fmla="*/ 9202 w 68178"/>
                    <a:gd name="connsiteY13" fmla="*/ 103035 h 107078"/>
                    <a:gd name="connsiteX14" fmla="*/ 9202 w 68178"/>
                    <a:gd name="connsiteY14" fmla="*/ 90905 h 107078"/>
                    <a:gd name="connsiteX15" fmla="*/ 20077 w 68178"/>
                    <a:gd name="connsiteY15" fmla="*/ 95367 h 107078"/>
                    <a:gd name="connsiteX16" fmla="*/ 31092 w 68178"/>
                    <a:gd name="connsiteY16" fmla="*/ 96761 h 107078"/>
                    <a:gd name="connsiteX17" fmla="*/ 49496 w 68178"/>
                    <a:gd name="connsiteY17" fmla="*/ 90347 h 107078"/>
                    <a:gd name="connsiteX18" fmla="*/ 55631 w 68178"/>
                    <a:gd name="connsiteY18" fmla="*/ 70967 h 107078"/>
                    <a:gd name="connsiteX19" fmla="*/ 55631 w 68178"/>
                    <a:gd name="connsiteY19" fmla="*/ 64693 h 107078"/>
                    <a:gd name="connsiteX20" fmla="*/ 45731 w 68178"/>
                    <a:gd name="connsiteY20" fmla="*/ 74732 h 107078"/>
                    <a:gd name="connsiteX21" fmla="*/ 31231 w 68178"/>
                    <a:gd name="connsiteY21" fmla="*/ 78078 h 107078"/>
                    <a:gd name="connsiteX22" fmla="*/ 8644 w 68178"/>
                    <a:gd name="connsiteY22" fmla="*/ 67342 h 107078"/>
                    <a:gd name="connsiteX23" fmla="*/ 0 w 68178"/>
                    <a:gd name="connsiteY23" fmla="*/ 39039 h 107078"/>
                    <a:gd name="connsiteX24" fmla="*/ 8644 w 68178"/>
                    <a:gd name="connsiteY24" fmla="*/ 10736 h 107078"/>
                    <a:gd name="connsiteX25" fmla="*/ 31231 w 68178"/>
                    <a:gd name="connsiteY25" fmla="*/ 0 h 107078"/>
                    <a:gd name="connsiteX26" fmla="*/ 45731 w 68178"/>
                    <a:gd name="connsiteY26" fmla="*/ 3346 h 107078"/>
                    <a:gd name="connsiteX27" fmla="*/ 55631 w 68178"/>
                    <a:gd name="connsiteY27" fmla="*/ 13385 h 107078"/>
                    <a:gd name="connsiteX28" fmla="*/ 55631 w 68178"/>
                    <a:gd name="connsiteY28" fmla="*/ 1812 h 107078"/>
                    <a:gd name="connsiteX29" fmla="*/ 68179 w 68178"/>
                    <a:gd name="connsiteY29" fmla="*/ 1812 h 107078"/>
                    <a:gd name="connsiteX30" fmla="*/ 68179 w 68178"/>
                    <a:gd name="connsiteY30" fmla="*/ 68597 h 107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8178" h="107078">
                      <a:moveTo>
                        <a:pt x="55770" y="39039"/>
                      </a:moveTo>
                      <a:cubicBezTo>
                        <a:pt x="55770" y="29976"/>
                        <a:pt x="53957" y="22866"/>
                        <a:pt x="50193" y="17986"/>
                      </a:cubicBezTo>
                      <a:cubicBezTo>
                        <a:pt x="46429" y="12966"/>
                        <a:pt x="41270" y="10457"/>
                        <a:pt x="34438" y="10457"/>
                      </a:cubicBezTo>
                      <a:cubicBezTo>
                        <a:pt x="27606" y="10457"/>
                        <a:pt x="22447" y="12966"/>
                        <a:pt x="18683" y="17986"/>
                      </a:cubicBezTo>
                      <a:cubicBezTo>
                        <a:pt x="14919" y="23005"/>
                        <a:pt x="13106" y="29976"/>
                        <a:pt x="13106" y="39039"/>
                      </a:cubicBezTo>
                      <a:cubicBezTo>
                        <a:pt x="13106" y="48102"/>
                        <a:pt x="14919" y="55073"/>
                        <a:pt x="18683" y="60092"/>
                      </a:cubicBezTo>
                      <a:cubicBezTo>
                        <a:pt x="22447" y="65111"/>
                        <a:pt x="27606" y="67621"/>
                        <a:pt x="34438" y="67621"/>
                      </a:cubicBezTo>
                      <a:cubicBezTo>
                        <a:pt x="41270" y="67621"/>
                        <a:pt x="46429" y="65111"/>
                        <a:pt x="50193" y="60092"/>
                      </a:cubicBezTo>
                      <a:cubicBezTo>
                        <a:pt x="53957" y="55073"/>
                        <a:pt x="55770" y="48102"/>
                        <a:pt x="55770" y="39039"/>
                      </a:cubicBezTo>
                      <a:close/>
                      <a:moveTo>
                        <a:pt x="68179" y="68597"/>
                      </a:moveTo>
                      <a:cubicBezTo>
                        <a:pt x="68179" y="81563"/>
                        <a:pt x="65251" y="91184"/>
                        <a:pt x="59535" y="97597"/>
                      </a:cubicBezTo>
                      <a:cubicBezTo>
                        <a:pt x="53818" y="103872"/>
                        <a:pt x="44895" y="107078"/>
                        <a:pt x="33044" y="107078"/>
                      </a:cubicBezTo>
                      <a:cubicBezTo>
                        <a:pt x="28582" y="107078"/>
                        <a:pt x="24539" y="106799"/>
                        <a:pt x="20635" y="106102"/>
                      </a:cubicBezTo>
                      <a:cubicBezTo>
                        <a:pt x="16731" y="105405"/>
                        <a:pt x="12967" y="104429"/>
                        <a:pt x="9202" y="103035"/>
                      </a:cubicBezTo>
                      <a:lnTo>
                        <a:pt x="9202" y="90905"/>
                      </a:lnTo>
                      <a:cubicBezTo>
                        <a:pt x="12827" y="92857"/>
                        <a:pt x="16452" y="94391"/>
                        <a:pt x="20077" y="95367"/>
                      </a:cubicBezTo>
                      <a:cubicBezTo>
                        <a:pt x="23702" y="96342"/>
                        <a:pt x="27327" y="96761"/>
                        <a:pt x="31092" y="96761"/>
                      </a:cubicBezTo>
                      <a:cubicBezTo>
                        <a:pt x="39318" y="96761"/>
                        <a:pt x="45452" y="94669"/>
                        <a:pt x="49496" y="90347"/>
                      </a:cubicBezTo>
                      <a:cubicBezTo>
                        <a:pt x="53539" y="86025"/>
                        <a:pt x="55631" y="79612"/>
                        <a:pt x="55631" y="70967"/>
                      </a:cubicBezTo>
                      <a:lnTo>
                        <a:pt x="55631" y="64693"/>
                      </a:lnTo>
                      <a:cubicBezTo>
                        <a:pt x="52982" y="69155"/>
                        <a:pt x="49775" y="72501"/>
                        <a:pt x="45731" y="74732"/>
                      </a:cubicBezTo>
                      <a:cubicBezTo>
                        <a:pt x="41688" y="76962"/>
                        <a:pt x="36808" y="78078"/>
                        <a:pt x="31231" y="78078"/>
                      </a:cubicBezTo>
                      <a:cubicBezTo>
                        <a:pt x="21890" y="78078"/>
                        <a:pt x="14361" y="74453"/>
                        <a:pt x="8644" y="67342"/>
                      </a:cubicBezTo>
                      <a:cubicBezTo>
                        <a:pt x="2928" y="60231"/>
                        <a:pt x="0" y="50751"/>
                        <a:pt x="0" y="39039"/>
                      </a:cubicBezTo>
                      <a:cubicBezTo>
                        <a:pt x="0" y="27327"/>
                        <a:pt x="2928" y="17846"/>
                        <a:pt x="8644" y="10736"/>
                      </a:cubicBezTo>
                      <a:cubicBezTo>
                        <a:pt x="14361" y="3625"/>
                        <a:pt x="21890" y="0"/>
                        <a:pt x="31231" y="0"/>
                      </a:cubicBezTo>
                      <a:cubicBezTo>
                        <a:pt x="36808" y="0"/>
                        <a:pt x="41688" y="1115"/>
                        <a:pt x="45731" y="3346"/>
                      </a:cubicBezTo>
                      <a:cubicBezTo>
                        <a:pt x="49775" y="5577"/>
                        <a:pt x="53121" y="8923"/>
                        <a:pt x="55631" y="13385"/>
                      </a:cubicBezTo>
                      <a:lnTo>
                        <a:pt x="55631" y="1812"/>
                      </a:lnTo>
                      <a:lnTo>
                        <a:pt x="68179" y="1812"/>
                      </a:lnTo>
                      <a:lnTo>
                        <a:pt x="68179" y="685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43" name="Forme libre : forme 42">
                  <a:extLst>
                    <a:ext uri="{FF2B5EF4-FFF2-40B4-BE49-F238E27FC236}">
                      <a16:creationId xmlns:a16="http://schemas.microsoft.com/office/drawing/2014/main" id="{EA227435-6E09-F0D8-BBBB-A70AD08AFE56}"/>
                    </a:ext>
                  </a:extLst>
                </p:cNvPr>
                <p:cNvSpPr/>
                <p:nvPr/>
              </p:nvSpPr>
              <p:spPr>
                <a:xfrm>
                  <a:off x="8831273" y="4444554"/>
                  <a:ext cx="63856" cy="106102"/>
                </a:xfrm>
                <a:custGeom>
                  <a:avLst/>
                  <a:gdLst>
                    <a:gd name="connsiteX0" fmla="*/ 63856 w 63856"/>
                    <a:gd name="connsiteY0" fmla="*/ 60092 h 106102"/>
                    <a:gd name="connsiteX1" fmla="*/ 63856 w 63856"/>
                    <a:gd name="connsiteY1" fmla="*/ 106102 h 106102"/>
                    <a:gd name="connsiteX2" fmla="*/ 51308 w 63856"/>
                    <a:gd name="connsiteY2" fmla="*/ 106102 h 106102"/>
                    <a:gd name="connsiteX3" fmla="*/ 51308 w 63856"/>
                    <a:gd name="connsiteY3" fmla="*/ 60511 h 106102"/>
                    <a:gd name="connsiteX4" fmla="*/ 47126 w 63856"/>
                    <a:gd name="connsiteY4" fmla="*/ 44337 h 106102"/>
                    <a:gd name="connsiteX5" fmla="*/ 34438 w 63856"/>
                    <a:gd name="connsiteY5" fmla="*/ 38900 h 106102"/>
                    <a:gd name="connsiteX6" fmla="*/ 18404 w 63856"/>
                    <a:gd name="connsiteY6" fmla="*/ 45313 h 106102"/>
                    <a:gd name="connsiteX7" fmla="*/ 12548 w 63856"/>
                    <a:gd name="connsiteY7" fmla="*/ 62881 h 106102"/>
                    <a:gd name="connsiteX8" fmla="*/ 12548 w 63856"/>
                    <a:gd name="connsiteY8" fmla="*/ 105963 h 106102"/>
                    <a:gd name="connsiteX9" fmla="*/ 0 w 63856"/>
                    <a:gd name="connsiteY9" fmla="*/ 105963 h 106102"/>
                    <a:gd name="connsiteX10" fmla="*/ 0 w 63856"/>
                    <a:gd name="connsiteY10" fmla="*/ 0 h 106102"/>
                    <a:gd name="connsiteX11" fmla="*/ 12548 w 63856"/>
                    <a:gd name="connsiteY11" fmla="*/ 0 h 106102"/>
                    <a:gd name="connsiteX12" fmla="*/ 12548 w 63856"/>
                    <a:gd name="connsiteY12" fmla="*/ 41549 h 106102"/>
                    <a:gd name="connsiteX13" fmla="*/ 23144 w 63856"/>
                    <a:gd name="connsiteY13" fmla="*/ 31231 h 106102"/>
                    <a:gd name="connsiteX14" fmla="*/ 37226 w 63856"/>
                    <a:gd name="connsiteY14" fmla="*/ 27885 h 106102"/>
                    <a:gd name="connsiteX15" fmla="*/ 57164 w 63856"/>
                    <a:gd name="connsiteY15" fmla="*/ 35972 h 106102"/>
                    <a:gd name="connsiteX16" fmla="*/ 63856 w 63856"/>
                    <a:gd name="connsiteY16" fmla="*/ 59953 h 106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3856" h="106102">
                      <a:moveTo>
                        <a:pt x="63856" y="60092"/>
                      </a:moveTo>
                      <a:lnTo>
                        <a:pt x="63856" y="106102"/>
                      </a:lnTo>
                      <a:lnTo>
                        <a:pt x="51308" y="106102"/>
                      </a:lnTo>
                      <a:lnTo>
                        <a:pt x="51308" y="60511"/>
                      </a:lnTo>
                      <a:cubicBezTo>
                        <a:pt x="51308" y="53260"/>
                        <a:pt x="49914" y="47962"/>
                        <a:pt x="47126" y="44337"/>
                      </a:cubicBezTo>
                      <a:cubicBezTo>
                        <a:pt x="44337" y="40712"/>
                        <a:pt x="40154" y="38900"/>
                        <a:pt x="34438" y="38900"/>
                      </a:cubicBezTo>
                      <a:cubicBezTo>
                        <a:pt x="27606" y="38900"/>
                        <a:pt x="22308" y="40991"/>
                        <a:pt x="18404" y="45313"/>
                      </a:cubicBezTo>
                      <a:cubicBezTo>
                        <a:pt x="14500" y="49635"/>
                        <a:pt x="12548" y="55491"/>
                        <a:pt x="12548" y="62881"/>
                      </a:cubicBezTo>
                      <a:lnTo>
                        <a:pt x="12548" y="105963"/>
                      </a:lnTo>
                      <a:lnTo>
                        <a:pt x="0" y="105963"/>
                      </a:lnTo>
                      <a:lnTo>
                        <a:pt x="0" y="0"/>
                      </a:lnTo>
                      <a:lnTo>
                        <a:pt x="12548" y="0"/>
                      </a:lnTo>
                      <a:lnTo>
                        <a:pt x="12548" y="41549"/>
                      </a:lnTo>
                      <a:cubicBezTo>
                        <a:pt x="15616" y="36948"/>
                        <a:pt x="19101" y="33462"/>
                        <a:pt x="23144" y="31231"/>
                      </a:cubicBezTo>
                      <a:cubicBezTo>
                        <a:pt x="27188" y="29000"/>
                        <a:pt x="31928" y="27885"/>
                        <a:pt x="37226" y="27885"/>
                      </a:cubicBezTo>
                      <a:cubicBezTo>
                        <a:pt x="46010" y="27885"/>
                        <a:pt x="52563" y="30534"/>
                        <a:pt x="57164" y="35972"/>
                      </a:cubicBezTo>
                      <a:cubicBezTo>
                        <a:pt x="61626" y="41409"/>
                        <a:pt x="63856" y="49357"/>
                        <a:pt x="63856" y="5995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45" name="Forme libre : forme 44">
                  <a:extLst>
                    <a:ext uri="{FF2B5EF4-FFF2-40B4-BE49-F238E27FC236}">
                      <a16:creationId xmlns:a16="http://schemas.microsoft.com/office/drawing/2014/main" id="{6CD0DDD6-D2F2-AB0C-CCF4-FC9EFF8C8AB8}"/>
                    </a:ext>
                  </a:extLst>
                </p:cNvPr>
                <p:cNvSpPr/>
                <p:nvPr/>
              </p:nvSpPr>
              <p:spPr>
                <a:xfrm>
                  <a:off x="8944067" y="4449016"/>
                  <a:ext cx="34716" cy="129525"/>
                </a:xfrm>
                <a:custGeom>
                  <a:avLst/>
                  <a:gdLst>
                    <a:gd name="connsiteX0" fmla="*/ 20914 w 34716"/>
                    <a:gd name="connsiteY0" fmla="*/ 0 h 129525"/>
                    <a:gd name="connsiteX1" fmla="*/ 34717 w 34716"/>
                    <a:gd name="connsiteY1" fmla="*/ 0 h 129525"/>
                    <a:gd name="connsiteX2" fmla="*/ 34717 w 34716"/>
                    <a:gd name="connsiteY2" fmla="*/ 94530 h 129525"/>
                    <a:gd name="connsiteX3" fmla="*/ 27745 w 34716"/>
                    <a:gd name="connsiteY3" fmla="*/ 121160 h 129525"/>
                    <a:gd name="connsiteX4" fmla="*/ 5298 w 34716"/>
                    <a:gd name="connsiteY4" fmla="*/ 129526 h 129525"/>
                    <a:gd name="connsiteX5" fmla="*/ 0 w 34716"/>
                    <a:gd name="connsiteY5" fmla="*/ 129526 h 129525"/>
                    <a:gd name="connsiteX6" fmla="*/ 0 w 34716"/>
                    <a:gd name="connsiteY6" fmla="*/ 117953 h 129525"/>
                    <a:gd name="connsiteX7" fmla="*/ 4322 w 34716"/>
                    <a:gd name="connsiteY7" fmla="*/ 117953 h 129525"/>
                    <a:gd name="connsiteX8" fmla="*/ 17149 w 34716"/>
                    <a:gd name="connsiteY8" fmla="*/ 112795 h 129525"/>
                    <a:gd name="connsiteX9" fmla="*/ 20914 w 34716"/>
                    <a:gd name="connsiteY9" fmla="*/ 94530 h 129525"/>
                    <a:gd name="connsiteX10" fmla="*/ 20914 w 34716"/>
                    <a:gd name="connsiteY10" fmla="*/ 0 h 12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4716" h="129525">
                      <a:moveTo>
                        <a:pt x="20914" y="0"/>
                      </a:moveTo>
                      <a:lnTo>
                        <a:pt x="34717" y="0"/>
                      </a:lnTo>
                      <a:lnTo>
                        <a:pt x="34717" y="94530"/>
                      </a:lnTo>
                      <a:cubicBezTo>
                        <a:pt x="34717" y="106800"/>
                        <a:pt x="32346" y="115723"/>
                        <a:pt x="27745" y="121160"/>
                      </a:cubicBezTo>
                      <a:cubicBezTo>
                        <a:pt x="23145" y="126737"/>
                        <a:pt x="15616" y="129526"/>
                        <a:pt x="5298" y="129526"/>
                      </a:cubicBezTo>
                      <a:lnTo>
                        <a:pt x="0" y="129526"/>
                      </a:lnTo>
                      <a:lnTo>
                        <a:pt x="0" y="117953"/>
                      </a:lnTo>
                      <a:lnTo>
                        <a:pt x="4322" y="117953"/>
                      </a:lnTo>
                      <a:cubicBezTo>
                        <a:pt x="10457" y="117953"/>
                        <a:pt x="14640" y="116280"/>
                        <a:pt x="17149" y="112795"/>
                      </a:cubicBezTo>
                      <a:cubicBezTo>
                        <a:pt x="19659" y="109448"/>
                        <a:pt x="20914" y="103314"/>
                        <a:pt x="20914" y="94530"/>
                      </a:cubicBezTo>
                      <a:lnTo>
                        <a:pt x="209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47" name="Forme libre : forme 46">
                  <a:extLst>
                    <a:ext uri="{FF2B5EF4-FFF2-40B4-BE49-F238E27FC236}">
                      <a16:creationId xmlns:a16="http://schemas.microsoft.com/office/drawing/2014/main" id="{2770F023-AED5-75BE-EC91-6A525C333529}"/>
                    </a:ext>
                  </a:extLst>
                </p:cNvPr>
                <p:cNvSpPr/>
                <p:nvPr/>
              </p:nvSpPr>
              <p:spPr>
                <a:xfrm>
                  <a:off x="9006112" y="4449016"/>
                  <a:ext cx="76962" cy="101640"/>
                </a:xfrm>
                <a:custGeom>
                  <a:avLst/>
                  <a:gdLst>
                    <a:gd name="connsiteX0" fmla="*/ 0 w 76962"/>
                    <a:gd name="connsiteY0" fmla="*/ 0 h 101640"/>
                    <a:gd name="connsiteX1" fmla="*/ 18544 w 76962"/>
                    <a:gd name="connsiteY1" fmla="*/ 0 h 101640"/>
                    <a:gd name="connsiteX2" fmla="*/ 63578 w 76962"/>
                    <a:gd name="connsiteY2" fmla="*/ 85049 h 101640"/>
                    <a:gd name="connsiteX3" fmla="*/ 63578 w 76962"/>
                    <a:gd name="connsiteY3" fmla="*/ 0 h 101640"/>
                    <a:gd name="connsiteX4" fmla="*/ 76963 w 76962"/>
                    <a:gd name="connsiteY4" fmla="*/ 0 h 101640"/>
                    <a:gd name="connsiteX5" fmla="*/ 76963 w 76962"/>
                    <a:gd name="connsiteY5" fmla="*/ 101641 h 101640"/>
                    <a:gd name="connsiteX6" fmla="*/ 58419 w 76962"/>
                    <a:gd name="connsiteY6" fmla="*/ 101641 h 101640"/>
                    <a:gd name="connsiteX7" fmla="*/ 13385 w 76962"/>
                    <a:gd name="connsiteY7" fmla="*/ 16592 h 101640"/>
                    <a:gd name="connsiteX8" fmla="*/ 13385 w 76962"/>
                    <a:gd name="connsiteY8" fmla="*/ 101641 h 101640"/>
                    <a:gd name="connsiteX9" fmla="*/ 0 w 76962"/>
                    <a:gd name="connsiteY9" fmla="*/ 101641 h 101640"/>
                    <a:gd name="connsiteX10" fmla="*/ 0 w 76962"/>
                    <a:gd name="connsiteY10" fmla="*/ 0 h 10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6962" h="101640">
                      <a:moveTo>
                        <a:pt x="0" y="0"/>
                      </a:moveTo>
                      <a:lnTo>
                        <a:pt x="18544" y="0"/>
                      </a:lnTo>
                      <a:lnTo>
                        <a:pt x="63578" y="85049"/>
                      </a:lnTo>
                      <a:lnTo>
                        <a:pt x="63578" y="0"/>
                      </a:lnTo>
                      <a:lnTo>
                        <a:pt x="76963" y="0"/>
                      </a:lnTo>
                      <a:lnTo>
                        <a:pt x="76963" y="101641"/>
                      </a:lnTo>
                      <a:lnTo>
                        <a:pt x="58419" y="101641"/>
                      </a:lnTo>
                      <a:lnTo>
                        <a:pt x="13385" y="16592"/>
                      </a:lnTo>
                      <a:lnTo>
                        <a:pt x="13385" y="101641"/>
                      </a:lnTo>
                      <a:lnTo>
                        <a:pt x="0" y="1016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57" name="Forme libre : forme 56">
                  <a:extLst>
                    <a:ext uri="{FF2B5EF4-FFF2-40B4-BE49-F238E27FC236}">
                      <a16:creationId xmlns:a16="http://schemas.microsoft.com/office/drawing/2014/main" id="{171FCD8D-E3A0-1B53-F5D1-0D10CA18598F}"/>
                    </a:ext>
                  </a:extLst>
                </p:cNvPr>
                <p:cNvSpPr/>
                <p:nvPr/>
              </p:nvSpPr>
              <p:spPr>
                <a:xfrm>
                  <a:off x="9110401" y="4449016"/>
                  <a:ext cx="85467" cy="101640"/>
                </a:xfrm>
                <a:custGeom>
                  <a:avLst/>
                  <a:gdLst>
                    <a:gd name="connsiteX0" fmla="*/ 13803 w 85467"/>
                    <a:gd name="connsiteY0" fmla="*/ 11293 h 101640"/>
                    <a:gd name="connsiteX1" fmla="*/ 13803 w 85467"/>
                    <a:gd name="connsiteY1" fmla="*/ 90347 h 101640"/>
                    <a:gd name="connsiteX2" fmla="*/ 30395 w 85467"/>
                    <a:gd name="connsiteY2" fmla="*/ 90347 h 101640"/>
                    <a:gd name="connsiteX3" fmla="*/ 61208 w 85467"/>
                    <a:gd name="connsiteY3" fmla="*/ 80867 h 101640"/>
                    <a:gd name="connsiteX4" fmla="*/ 70968 w 85467"/>
                    <a:gd name="connsiteY4" fmla="*/ 50751 h 101640"/>
                    <a:gd name="connsiteX5" fmla="*/ 61208 w 85467"/>
                    <a:gd name="connsiteY5" fmla="*/ 20774 h 101640"/>
                    <a:gd name="connsiteX6" fmla="*/ 30395 w 85467"/>
                    <a:gd name="connsiteY6" fmla="*/ 11293 h 101640"/>
                    <a:gd name="connsiteX7" fmla="*/ 13803 w 85467"/>
                    <a:gd name="connsiteY7" fmla="*/ 11293 h 101640"/>
                    <a:gd name="connsiteX8" fmla="*/ 0 w 85467"/>
                    <a:gd name="connsiteY8" fmla="*/ 0 h 101640"/>
                    <a:gd name="connsiteX9" fmla="*/ 28303 w 85467"/>
                    <a:gd name="connsiteY9" fmla="*/ 0 h 101640"/>
                    <a:gd name="connsiteX10" fmla="*/ 71664 w 85467"/>
                    <a:gd name="connsiteY10" fmla="*/ 12269 h 101640"/>
                    <a:gd name="connsiteX11" fmla="*/ 85468 w 85467"/>
                    <a:gd name="connsiteY11" fmla="*/ 50751 h 101640"/>
                    <a:gd name="connsiteX12" fmla="*/ 71525 w 85467"/>
                    <a:gd name="connsiteY12" fmla="*/ 89371 h 101640"/>
                    <a:gd name="connsiteX13" fmla="*/ 28303 w 85467"/>
                    <a:gd name="connsiteY13" fmla="*/ 101641 h 101640"/>
                    <a:gd name="connsiteX14" fmla="*/ 0 w 85467"/>
                    <a:gd name="connsiteY14" fmla="*/ 101641 h 101640"/>
                    <a:gd name="connsiteX15" fmla="*/ 0 w 85467"/>
                    <a:gd name="connsiteY15" fmla="*/ 0 h 10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5467" h="101640">
                      <a:moveTo>
                        <a:pt x="13803" y="11293"/>
                      </a:moveTo>
                      <a:lnTo>
                        <a:pt x="13803" y="90347"/>
                      </a:lnTo>
                      <a:lnTo>
                        <a:pt x="30395" y="90347"/>
                      </a:lnTo>
                      <a:cubicBezTo>
                        <a:pt x="44477" y="90347"/>
                        <a:pt x="54655" y="87141"/>
                        <a:pt x="61208" y="80867"/>
                      </a:cubicBezTo>
                      <a:cubicBezTo>
                        <a:pt x="67761" y="74453"/>
                        <a:pt x="70968" y="64414"/>
                        <a:pt x="70968" y="50751"/>
                      </a:cubicBezTo>
                      <a:cubicBezTo>
                        <a:pt x="70968" y="37087"/>
                        <a:pt x="67761" y="27188"/>
                        <a:pt x="61208" y="20774"/>
                      </a:cubicBezTo>
                      <a:cubicBezTo>
                        <a:pt x="54655" y="14361"/>
                        <a:pt x="44477" y="11293"/>
                        <a:pt x="30395" y="11293"/>
                      </a:cubicBezTo>
                      <a:lnTo>
                        <a:pt x="13803" y="11293"/>
                      </a:lnTo>
                      <a:close/>
                      <a:moveTo>
                        <a:pt x="0" y="0"/>
                      </a:moveTo>
                      <a:lnTo>
                        <a:pt x="28303" y="0"/>
                      </a:lnTo>
                      <a:cubicBezTo>
                        <a:pt x="47962" y="0"/>
                        <a:pt x="62463" y="4043"/>
                        <a:pt x="71664" y="12269"/>
                      </a:cubicBezTo>
                      <a:cubicBezTo>
                        <a:pt x="80867" y="20495"/>
                        <a:pt x="85468" y="33323"/>
                        <a:pt x="85468" y="50751"/>
                      </a:cubicBezTo>
                      <a:cubicBezTo>
                        <a:pt x="85468" y="68179"/>
                        <a:pt x="80867" y="81145"/>
                        <a:pt x="71525" y="89371"/>
                      </a:cubicBezTo>
                      <a:cubicBezTo>
                        <a:pt x="62323" y="97597"/>
                        <a:pt x="47823" y="101641"/>
                        <a:pt x="28303" y="101641"/>
                      </a:cubicBezTo>
                      <a:lnTo>
                        <a:pt x="0" y="1016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58" name="Graphique 2">
              <a:extLst>
                <a:ext uri="{FF2B5EF4-FFF2-40B4-BE49-F238E27FC236}">
                  <a16:creationId xmlns:a16="http://schemas.microsoft.com/office/drawing/2014/main" id="{DC046D01-606F-587F-B664-CE93A0457FCD}"/>
                </a:ext>
              </a:extLst>
            </p:cNvPr>
            <p:cNvGrpSpPr/>
            <p:nvPr/>
          </p:nvGrpSpPr>
          <p:grpSpPr>
            <a:xfrm>
              <a:off x="7866451" y="4639610"/>
              <a:ext cx="1416629" cy="255979"/>
              <a:chOff x="7866451" y="4639610"/>
              <a:chExt cx="1416629" cy="255979"/>
            </a:xfrm>
            <a:solidFill>
              <a:srgbClr val="000000"/>
            </a:solidFill>
          </p:grpSpPr>
          <p:sp>
            <p:nvSpPr>
              <p:cNvPr id="59" name="Forme libre : forme 58">
                <a:extLst>
                  <a:ext uri="{FF2B5EF4-FFF2-40B4-BE49-F238E27FC236}">
                    <a16:creationId xmlns:a16="http://schemas.microsoft.com/office/drawing/2014/main" id="{E226722F-4661-D300-A76C-8322ECEA8786}"/>
                  </a:ext>
                </a:extLst>
              </p:cNvPr>
              <p:cNvSpPr/>
              <p:nvPr/>
            </p:nvSpPr>
            <p:spPr>
              <a:xfrm>
                <a:off x="7866451" y="4639610"/>
                <a:ext cx="34716" cy="129525"/>
              </a:xfrm>
              <a:custGeom>
                <a:avLst/>
                <a:gdLst>
                  <a:gd name="connsiteX0" fmla="*/ 20914 w 34716"/>
                  <a:gd name="connsiteY0" fmla="*/ 0 h 129525"/>
                  <a:gd name="connsiteX1" fmla="*/ 34717 w 34716"/>
                  <a:gd name="connsiteY1" fmla="*/ 0 h 129525"/>
                  <a:gd name="connsiteX2" fmla="*/ 34717 w 34716"/>
                  <a:gd name="connsiteY2" fmla="*/ 94530 h 129525"/>
                  <a:gd name="connsiteX3" fmla="*/ 27746 w 34716"/>
                  <a:gd name="connsiteY3" fmla="*/ 121160 h 129525"/>
                  <a:gd name="connsiteX4" fmla="*/ 5298 w 34716"/>
                  <a:gd name="connsiteY4" fmla="*/ 129526 h 129525"/>
                  <a:gd name="connsiteX5" fmla="*/ 0 w 34716"/>
                  <a:gd name="connsiteY5" fmla="*/ 129526 h 129525"/>
                  <a:gd name="connsiteX6" fmla="*/ 0 w 34716"/>
                  <a:gd name="connsiteY6" fmla="*/ 117954 h 129525"/>
                  <a:gd name="connsiteX7" fmla="*/ 4322 w 34716"/>
                  <a:gd name="connsiteY7" fmla="*/ 117954 h 129525"/>
                  <a:gd name="connsiteX8" fmla="*/ 17149 w 34716"/>
                  <a:gd name="connsiteY8" fmla="*/ 112795 h 129525"/>
                  <a:gd name="connsiteX9" fmla="*/ 20914 w 34716"/>
                  <a:gd name="connsiteY9" fmla="*/ 94530 h 129525"/>
                  <a:gd name="connsiteX10" fmla="*/ 20914 w 34716"/>
                  <a:gd name="connsiteY10" fmla="*/ 0 h 12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716" h="129525">
                    <a:moveTo>
                      <a:pt x="20914" y="0"/>
                    </a:moveTo>
                    <a:lnTo>
                      <a:pt x="34717" y="0"/>
                    </a:lnTo>
                    <a:lnTo>
                      <a:pt x="34717" y="94530"/>
                    </a:lnTo>
                    <a:cubicBezTo>
                      <a:pt x="34717" y="106800"/>
                      <a:pt x="32347" y="115723"/>
                      <a:pt x="27746" y="121160"/>
                    </a:cubicBezTo>
                    <a:cubicBezTo>
                      <a:pt x="23144" y="126737"/>
                      <a:pt x="15616" y="129526"/>
                      <a:pt x="5298" y="129526"/>
                    </a:cubicBezTo>
                    <a:lnTo>
                      <a:pt x="0" y="129526"/>
                    </a:lnTo>
                    <a:lnTo>
                      <a:pt x="0" y="117954"/>
                    </a:lnTo>
                    <a:lnTo>
                      <a:pt x="4322" y="117954"/>
                    </a:lnTo>
                    <a:cubicBezTo>
                      <a:pt x="10457" y="117954"/>
                      <a:pt x="14640" y="116280"/>
                      <a:pt x="17149" y="112795"/>
                    </a:cubicBezTo>
                    <a:cubicBezTo>
                      <a:pt x="19659" y="109449"/>
                      <a:pt x="20914" y="103314"/>
                      <a:pt x="20914" y="94530"/>
                    </a:cubicBezTo>
                    <a:lnTo>
                      <a:pt x="2091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60" name="Forme libre : forme 59">
                <a:extLst>
                  <a:ext uri="{FF2B5EF4-FFF2-40B4-BE49-F238E27FC236}">
                    <a16:creationId xmlns:a16="http://schemas.microsoft.com/office/drawing/2014/main" id="{76A14B88-F101-DA60-6886-857C60E87E05}"/>
                  </a:ext>
                </a:extLst>
              </p:cNvPr>
              <p:cNvSpPr/>
              <p:nvPr/>
            </p:nvSpPr>
            <p:spPr>
              <a:xfrm>
                <a:off x="7928495" y="4639610"/>
                <a:ext cx="76962" cy="101640"/>
              </a:xfrm>
              <a:custGeom>
                <a:avLst/>
                <a:gdLst>
                  <a:gd name="connsiteX0" fmla="*/ 0 w 76962"/>
                  <a:gd name="connsiteY0" fmla="*/ 0 h 101640"/>
                  <a:gd name="connsiteX1" fmla="*/ 18544 w 76962"/>
                  <a:gd name="connsiteY1" fmla="*/ 0 h 101640"/>
                  <a:gd name="connsiteX2" fmla="*/ 63578 w 76962"/>
                  <a:gd name="connsiteY2" fmla="*/ 85049 h 101640"/>
                  <a:gd name="connsiteX3" fmla="*/ 63578 w 76962"/>
                  <a:gd name="connsiteY3" fmla="*/ 0 h 101640"/>
                  <a:gd name="connsiteX4" fmla="*/ 76963 w 76962"/>
                  <a:gd name="connsiteY4" fmla="*/ 0 h 101640"/>
                  <a:gd name="connsiteX5" fmla="*/ 76963 w 76962"/>
                  <a:gd name="connsiteY5" fmla="*/ 101641 h 101640"/>
                  <a:gd name="connsiteX6" fmla="*/ 58419 w 76962"/>
                  <a:gd name="connsiteY6" fmla="*/ 101641 h 101640"/>
                  <a:gd name="connsiteX7" fmla="*/ 13385 w 76962"/>
                  <a:gd name="connsiteY7" fmla="*/ 16592 h 101640"/>
                  <a:gd name="connsiteX8" fmla="*/ 13385 w 76962"/>
                  <a:gd name="connsiteY8" fmla="*/ 101641 h 101640"/>
                  <a:gd name="connsiteX9" fmla="*/ 0 w 76962"/>
                  <a:gd name="connsiteY9" fmla="*/ 101641 h 101640"/>
                  <a:gd name="connsiteX10" fmla="*/ 0 w 76962"/>
                  <a:gd name="connsiteY10" fmla="*/ 0 h 10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962" h="101640">
                    <a:moveTo>
                      <a:pt x="0" y="0"/>
                    </a:moveTo>
                    <a:lnTo>
                      <a:pt x="18544" y="0"/>
                    </a:lnTo>
                    <a:lnTo>
                      <a:pt x="63578" y="85049"/>
                    </a:lnTo>
                    <a:lnTo>
                      <a:pt x="63578" y="0"/>
                    </a:lnTo>
                    <a:lnTo>
                      <a:pt x="76963" y="0"/>
                    </a:lnTo>
                    <a:lnTo>
                      <a:pt x="76963" y="101641"/>
                    </a:lnTo>
                    <a:lnTo>
                      <a:pt x="58419" y="101641"/>
                    </a:lnTo>
                    <a:lnTo>
                      <a:pt x="13385" y="16592"/>
                    </a:lnTo>
                    <a:lnTo>
                      <a:pt x="13385" y="101641"/>
                    </a:lnTo>
                    <a:lnTo>
                      <a:pt x="0" y="1016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61" name="Forme libre : forme 60">
                <a:extLst>
                  <a:ext uri="{FF2B5EF4-FFF2-40B4-BE49-F238E27FC236}">
                    <a16:creationId xmlns:a16="http://schemas.microsoft.com/office/drawing/2014/main" id="{B1ECB57C-EC1A-20C9-23DA-B9A349B544BB}"/>
                  </a:ext>
                </a:extLst>
              </p:cNvPr>
              <p:cNvSpPr/>
              <p:nvPr/>
            </p:nvSpPr>
            <p:spPr>
              <a:xfrm>
                <a:off x="8032785" y="4639610"/>
                <a:ext cx="85467" cy="101640"/>
              </a:xfrm>
              <a:custGeom>
                <a:avLst/>
                <a:gdLst>
                  <a:gd name="connsiteX0" fmla="*/ 13803 w 85467"/>
                  <a:gd name="connsiteY0" fmla="*/ 11433 h 101640"/>
                  <a:gd name="connsiteX1" fmla="*/ 13803 w 85467"/>
                  <a:gd name="connsiteY1" fmla="*/ 90487 h 101640"/>
                  <a:gd name="connsiteX2" fmla="*/ 30395 w 85467"/>
                  <a:gd name="connsiteY2" fmla="*/ 90487 h 101640"/>
                  <a:gd name="connsiteX3" fmla="*/ 61208 w 85467"/>
                  <a:gd name="connsiteY3" fmla="*/ 81006 h 101640"/>
                  <a:gd name="connsiteX4" fmla="*/ 70967 w 85467"/>
                  <a:gd name="connsiteY4" fmla="*/ 50890 h 101640"/>
                  <a:gd name="connsiteX5" fmla="*/ 61208 w 85467"/>
                  <a:gd name="connsiteY5" fmla="*/ 20914 h 101640"/>
                  <a:gd name="connsiteX6" fmla="*/ 30395 w 85467"/>
                  <a:gd name="connsiteY6" fmla="*/ 11433 h 101640"/>
                  <a:gd name="connsiteX7" fmla="*/ 13803 w 85467"/>
                  <a:gd name="connsiteY7" fmla="*/ 11433 h 101640"/>
                  <a:gd name="connsiteX8" fmla="*/ 0 w 85467"/>
                  <a:gd name="connsiteY8" fmla="*/ 0 h 101640"/>
                  <a:gd name="connsiteX9" fmla="*/ 28303 w 85467"/>
                  <a:gd name="connsiteY9" fmla="*/ 0 h 101640"/>
                  <a:gd name="connsiteX10" fmla="*/ 71664 w 85467"/>
                  <a:gd name="connsiteY10" fmla="*/ 12269 h 101640"/>
                  <a:gd name="connsiteX11" fmla="*/ 85468 w 85467"/>
                  <a:gd name="connsiteY11" fmla="*/ 50751 h 101640"/>
                  <a:gd name="connsiteX12" fmla="*/ 71525 w 85467"/>
                  <a:gd name="connsiteY12" fmla="*/ 89371 h 101640"/>
                  <a:gd name="connsiteX13" fmla="*/ 28303 w 85467"/>
                  <a:gd name="connsiteY13" fmla="*/ 101641 h 101640"/>
                  <a:gd name="connsiteX14" fmla="*/ 0 w 85467"/>
                  <a:gd name="connsiteY14" fmla="*/ 101641 h 101640"/>
                  <a:gd name="connsiteX15" fmla="*/ 0 w 85467"/>
                  <a:gd name="connsiteY15" fmla="*/ 0 h 10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467" h="101640">
                    <a:moveTo>
                      <a:pt x="13803" y="11433"/>
                    </a:moveTo>
                    <a:lnTo>
                      <a:pt x="13803" y="90487"/>
                    </a:lnTo>
                    <a:lnTo>
                      <a:pt x="30395" y="90487"/>
                    </a:lnTo>
                    <a:cubicBezTo>
                      <a:pt x="44477" y="90487"/>
                      <a:pt x="54655" y="87280"/>
                      <a:pt x="61208" y="81006"/>
                    </a:cubicBezTo>
                    <a:cubicBezTo>
                      <a:pt x="67761" y="74592"/>
                      <a:pt x="70967" y="64554"/>
                      <a:pt x="70967" y="50890"/>
                    </a:cubicBezTo>
                    <a:cubicBezTo>
                      <a:pt x="70967" y="37226"/>
                      <a:pt x="67761" y="27327"/>
                      <a:pt x="61208" y="20914"/>
                    </a:cubicBezTo>
                    <a:cubicBezTo>
                      <a:pt x="54655" y="14500"/>
                      <a:pt x="44477" y="11433"/>
                      <a:pt x="30395" y="11433"/>
                    </a:cubicBezTo>
                    <a:lnTo>
                      <a:pt x="13803" y="11433"/>
                    </a:lnTo>
                    <a:close/>
                    <a:moveTo>
                      <a:pt x="0" y="0"/>
                    </a:moveTo>
                    <a:lnTo>
                      <a:pt x="28303" y="0"/>
                    </a:lnTo>
                    <a:cubicBezTo>
                      <a:pt x="47962" y="0"/>
                      <a:pt x="62462" y="4043"/>
                      <a:pt x="71664" y="12269"/>
                    </a:cubicBezTo>
                    <a:cubicBezTo>
                      <a:pt x="80867" y="20495"/>
                      <a:pt x="85468" y="33323"/>
                      <a:pt x="85468" y="50751"/>
                    </a:cubicBezTo>
                    <a:cubicBezTo>
                      <a:pt x="85468" y="68179"/>
                      <a:pt x="80867" y="81145"/>
                      <a:pt x="71525" y="89371"/>
                    </a:cubicBezTo>
                    <a:cubicBezTo>
                      <a:pt x="62323" y="97597"/>
                      <a:pt x="47823" y="101641"/>
                      <a:pt x="28303" y="101641"/>
                    </a:cubicBezTo>
                    <a:lnTo>
                      <a:pt x="0" y="1016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62" name="Forme libre : forme 61">
                <a:extLst>
                  <a:ext uri="{FF2B5EF4-FFF2-40B4-BE49-F238E27FC236}">
                    <a16:creationId xmlns:a16="http://schemas.microsoft.com/office/drawing/2014/main" id="{F890B90B-8A10-B99D-6CFC-6356929CC8BE}"/>
                  </a:ext>
                </a:extLst>
              </p:cNvPr>
              <p:cNvSpPr/>
              <p:nvPr/>
            </p:nvSpPr>
            <p:spPr>
              <a:xfrm>
                <a:off x="8178485" y="4663312"/>
                <a:ext cx="68178" cy="107078"/>
              </a:xfrm>
              <a:custGeom>
                <a:avLst/>
                <a:gdLst>
                  <a:gd name="connsiteX0" fmla="*/ 55631 w 68178"/>
                  <a:gd name="connsiteY0" fmla="*/ 39039 h 107078"/>
                  <a:gd name="connsiteX1" fmla="*/ 50054 w 68178"/>
                  <a:gd name="connsiteY1" fmla="*/ 17986 h 107078"/>
                  <a:gd name="connsiteX2" fmla="*/ 34299 w 68178"/>
                  <a:gd name="connsiteY2" fmla="*/ 10457 h 107078"/>
                  <a:gd name="connsiteX3" fmla="*/ 18544 w 68178"/>
                  <a:gd name="connsiteY3" fmla="*/ 17986 h 107078"/>
                  <a:gd name="connsiteX4" fmla="*/ 12967 w 68178"/>
                  <a:gd name="connsiteY4" fmla="*/ 39039 h 107078"/>
                  <a:gd name="connsiteX5" fmla="*/ 18544 w 68178"/>
                  <a:gd name="connsiteY5" fmla="*/ 60092 h 107078"/>
                  <a:gd name="connsiteX6" fmla="*/ 34299 w 68178"/>
                  <a:gd name="connsiteY6" fmla="*/ 67621 h 107078"/>
                  <a:gd name="connsiteX7" fmla="*/ 50054 w 68178"/>
                  <a:gd name="connsiteY7" fmla="*/ 60092 h 107078"/>
                  <a:gd name="connsiteX8" fmla="*/ 55631 w 68178"/>
                  <a:gd name="connsiteY8" fmla="*/ 39039 h 107078"/>
                  <a:gd name="connsiteX9" fmla="*/ 68179 w 68178"/>
                  <a:gd name="connsiteY9" fmla="*/ 68597 h 107078"/>
                  <a:gd name="connsiteX10" fmla="*/ 59535 w 68178"/>
                  <a:gd name="connsiteY10" fmla="*/ 97597 h 107078"/>
                  <a:gd name="connsiteX11" fmla="*/ 33044 w 68178"/>
                  <a:gd name="connsiteY11" fmla="*/ 107078 h 107078"/>
                  <a:gd name="connsiteX12" fmla="*/ 20635 w 68178"/>
                  <a:gd name="connsiteY12" fmla="*/ 106102 h 107078"/>
                  <a:gd name="connsiteX13" fmla="*/ 9202 w 68178"/>
                  <a:gd name="connsiteY13" fmla="*/ 103035 h 107078"/>
                  <a:gd name="connsiteX14" fmla="*/ 9202 w 68178"/>
                  <a:gd name="connsiteY14" fmla="*/ 90905 h 107078"/>
                  <a:gd name="connsiteX15" fmla="*/ 20077 w 68178"/>
                  <a:gd name="connsiteY15" fmla="*/ 95367 h 107078"/>
                  <a:gd name="connsiteX16" fmla="*/ 31092 w 68178"/>
                  <a:gd name="connsiteY16" fmla="*/ 96761 h 107078"/>
                  <a:gd name="connsiteX17" fmla="*/ 49496 w 68178"/>
                  <a:gd name="connsiteY17" fmla="*/ 90347 h 107078"/>
                  <a:gd name="connsiteX18" fmla="*/ 55631 w 68178"/>
                  <a:gd name="connsiteY18" fmla="*/ 70967 h 107078"/>
                  <a:gd name="connsiteX19" fmla="*/ 55631 w 68178"/>
                  <a:gd name="connsiteY19" fmla="*/ 64693 h 107078"/>
                  <a:gd name="connsiteX20" fmla="*/ 45731 w 68178"/>
                  <a:gd name="connsiteY20" fmla="*/ 74732 h 107078"/>
                  <a:gd name="connsiteX21" fmla="*/ 31231 w 68178"/>
                  <a:gd name="connsiteY21" fmla="*/ 78078 h 107078"/>
                  <a:gd name="connsiteX22" fmla="*/ 8644 w 68178"/>
                  <a:gd name="connsiteY22" fmla="*/ 67342 h 107078"/>
                  <a:gd name="connsiteX23" fmla="*/ 0 w 68178"/>
                  <a:gd name="connsiteY23" fmla="*/ 39039 h 107078"/>
                  <a:gd name="connsiteX24" fmla="*/ 8644 w 68178"/>
                  <a:gd name="connsiteY24" fmla="*/ 10736 h 107078"/>
                  <a:gd name="connsiteX25" fmla="*/ 31231 w 68178"/>
                  <a:gd name="connsiteY25" fmla="*/ 0 h 107078"/>
                  <a:gd name="connsiteX26" fmla="*/ 45731 w 68178"/>
                  <a:gd name="connsiteY26" fmla="*/ 3346 h 107078"/>
                  <a:gd name="connsiteX27" fmla="*/ 55631 w 68178"/>
                  <a:gd name="connsiteY27" fmla="*/ 13385 h 107078"/>
                  <a:gd name="connsiteX28" fmla="*/ 55631 w 68178"/>
                  <a:gd name="connsiteY28" fmla="*/ 1813 h 107078"/>
                  <a:gd name="connsiteX29" fmla="*/ 68179 w 68178"/>
                  <a:gd name="connsiteY29" fmla="*/ 1813 h 107078"/>
                  <a:gd name="connsiteX30" fmla="*/ 68179 w 68178"/>
                  <a:gd name="connsiteY30" fmla="*/ 68597 h 10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8178" h="107078">
                    <a:moveTo>
                      <a:pt x="55631" y="39039"/>
                    </a:moveTo>
                    <a:cubicBezTo>
                      <a:pt x="55631" y="29976"/>
                      <a:pt x="53818" y="22866"/>
                      <a:pt x="50054" y="17986"/>
                    </a:cubicBezTo>
                    <a:cubicBezTo>
                      <a:pt x="46289" y="12967"/>
                      <a:pt x="41130" y="10457"/>
                      <a:pt x="34299" y="10457"/>
                    </a:cubicBezTo>
                    <a:cubicBezTo>
                      <a:pt x="27467" y="10457"/>
                      <a:pt x="22308" y="12967"/>
                      <a:pt x="18544" y="17986"/>
                    </a:cubicBezTo>
                    <a:cubicBezTo>
                      <a:pt x="14779" y="23005"/>
                      <a:pt x="12967" y="29976"/>
                      <a:pt x="12967" y="39039"/>
                    </a:cubicBezTo>
                    <a:cubicBezTo>
                      <a:pt x="12967" y="48102"/>
                      <a:pt x="14779" y="55073"/>
                      <a:pt x="18544" y="60092"/>
                    </a:cubicBezTo>
                    <a:cubicBezTo>
                      <a:pt x="22308" y="65111"/>
                      <a:pt x="27467" y="67621"/>
                      <a:pt x="34299" y="67621"/>
                    </a:cubicBezTo>
                    <a:cubicBezTo>
                      <a:pt x="41130" y="67621"/>
                      <a:pt x="46289" y="65111"/>
                      <a:pt x="50054" y="60092"/>
                    </a:cubicBezTo>
                    <a:cubicBezTo>
                      <a:pt x="53818" y="55073"/>
                      <a:pt x="55631" y="48102"/>
                      <a:pt x="55631" y="39039"/>
                    </a:cubicBezTo>
                    <a:close/>
                    <a:moveTo>
                      <a:pt x="68179" y="68597"/>
                    </a:moveTo>
                    <a:cubicBezTo>
                      <a:pt x="68179" y="81564"/>
                      <a:pt x="65251" y="91184"/>
                      <a:pt x="59535" y="97597"/>
                    </a:cubicBezTo>
                    <a:cubicBezTo>
                      <a:pt x="53818" y="103872"/>
                      <a:pt x="44895" y="107078"/>
                      <a:pt x="33044" y="107078"/>
                    </a:cubicBezTo>
                    <a:cubicBezTo>
                      <a:pt x="28582" y="107078"/>
                      <a:pt x="24539" y="106800"/>
                      <a:pt x="20635" y="106102"/>
                    </a:cubicBezTo>
                    <a:cubicBezTo>
                      <a:pt x="16731" y="105405"/>
                      <a:pt x="12967" y="104429"/>
                      <a:pt x="9202" y="103035"/>
                    </a:cubicBezTo>
                    <a:lnTo>
                      <a:pt x="9202" y="90905"/>
                    </a:lnTo>
                    <a:cubicBezTo>
                      <a:pt x="12827" y="92857"/>
                      <a:pt x="16452" y="94391"/>
                      <a:pt x="20077" y="95367"/>
                    </a:cubicBezTo>
                    <a:cubicBezTo>
                      <a:pt x="23702" y="96343"/>
                      <a:pt x="27327" y="96761"/>
                      <a:pt x="31092" y="96761"/>
                    </a:cubicBezTo>
                    <a:cubicBezTo>
                      <a:pt x="39318" y="96761"/>
                      <a:pt x="45452" y="94670"/>
                      <a:pt x="49496" y="90347"/>
                    </a:cubicBezTo>
                    <a:cubicBezTo>
                      <a:pt x="53539" y="86025"/>
                      <a:pt x="55631" y="79612"/>
                      <a:pt x="55631" y="70967"/>
                    </a:cubicBezTo>
                    <a:lnTo>
                      <a:pt x="55631" y="64693"/>
                    </a:lnTo>
                    <a:cubicBezTo>
                      <a:pt x="52982" y="69155"/>
                      <a:pt x="49775" y="72501"/>
                      <a:pt x="45731" y="74732"/>
                    </a:cubicBezTo>
                    <a:cubicBezTo>
                      <a:pt x="41688" y="76963"/>
                      <a:pt x="36808" y="78078"/>
                      <a:pt x="31231" y="78078"/>
                    </a:cubicBezTo>
                    <a:cubicBezTo>
                      <a:pt x="21890" y="78078"/>
                      <a:pt x="14361" y="74453"/>
                      <a:pt x="8644" y="67342"/>
                    </a:cubicBezTo>
                    <a:cubicBezTo>
                      <a:pt x="2928" y="60232"/>
                      <a:pt x="0" y="50751"/>
                      <a:pt x="0" y="39039"/>
                    </a:cubicBezTo>
                    <a:cubicBezTo>
                      <a:pt x="0" y="27327"/>
                      <a:pt x="2928" y="17846"/>
                      <a:pt x="8644" y="10736"/>
                    </a:cubicBezTo>
                    <a:cubicBezTo>
                      <a:pt x="14361" y="3625"/>
                      <a:pt x="21890" y="0"/>
                      <a:pt x="31231" y="0"/>
                    </a:cubicBezTo>
                    <a:cubicBezTo>
                      <a:pt x="36808" y="0"/>
                      <a:pt x="41688" y="1115"/>
                      <a:pt x="45731" y="3346"/>
                    </a:cubicBezTo>
                    <a:cubicBezTo>
                      <a:pt x="49775" y="5577"/>
                      <a:pt x="53121" y="8923"/>
                      <a:pt x="55631" y="13385"/>
                    </a:cubicBezTo>
                    <a:lnTo>
                      <a:pt x="55631" y="1813"/>
                    </a:lnTo>
                    <a:lnTo>
                      <a:pt x="68179" y="1813"/>
                    </a:lnTo>
                    <a:lnTo>
                      <a:pt x="68179" y="6859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63" name="Forme libre : forme 62">
                <a:extLst>
                  <a:ext uri="{FF2B5EF4-FFF2-40B4-BE49-F238E27FC236}">
                    <a16:creationId xmlns:a16="http://schemas.microsoft.com/office/drawing/2014/main" id="{58012033-38C2-0891-110C-E061DF281C3D}"/>
                  </a:ext>
                </a:extLst>
              </p:cNvPr>
              <p:cNvSpPr/>
              <p:nvPr/>
            </p:nvSpPr>
            <p:spPr>
              <a:xfrm>
                <a:off x="8272039" y="4663312"/>
                <a:ext cx="44615" cy="78078"/>
              </a:xfrm>
              <a:custGeom>
                <a:avLst/>
                <a:gdLst>
                  <a:gd name="connsiteX0" fmla="*/ 44616 w 44615"/>
                  <a:gd name="connsiteY0" fmla="*/ 13524 h 78078"/>
                  <a:gd name="connsiteX1" fmla="*/ 40015 w 44615"/>
                  <a:gd name="connsiteY1" fmla="*/ 11712 h 78078"/>
                  <a:gd name="connsiteX2" fmla="*/ 34577 w 44615"/>
                  <a:gd name="connsiteY2" fmla="*/ 11154 h 78078"/>
                  <a:gd name="connsiteX3" fmla="*/ 18265 w 44615"/>
                  <a:gd name="connsiteY3" fmla="*/ 18125 h 78078"/>
                  <a:gd name="connsiteX4" fmla="*/ 12548 w 44615"/>
                  <a:gd name="connsiteY4" fmla="*/ 37924 h 78078"/>
                  <a:gd name="connsiteX5" fmla="*/ 12548 w 44615"/>
                  <a:gd name="connsiteY5" fmla="*/ 78078 h 78078"/>
                  <a:gd name="connsiteX6" fmla="*/ 0 w 44615"/>
                  <a:gd name="connsiteY6" fmla="*/ 78078 h 78078"/>
                  <a:gd name="connsiteX7" fmla="*/ 0 w 44615"/>
                  <a:gd name="connsiteY7" fmla="*/ 1813 h 78078"/>
                  <a:gd name="connsiteX8" fmla="*/ 12548 w 44615"/>
                  <a:gd name="connsiteY8" fmla="*/ 1813 h 78078"/>
                  <a:gd name="connsiteX9" fmla="*/ 12548 w 44615"/>
                  <a:gd name="connsiteY9" fmla="*/ 13664 h 78078"/>
                  <a:gd name="connsiteX10" fmla="*/ 22866 w 44615"/>
                  <a:gd name="connsiteY10" fmla="*/ 3346 h 78078"/>
                  <a:gd name="connsiteX11" fmla="*/ 38202 w 44615"/>
                  <a:gd name="connsiteY11" fmla="*/ 0 h 78078"/>
                  <a:gd name="connsiteX12" fmla="*/ 40991 w 44615"/>
                  <a:gd name="connsiteY12" fmla="*/ 140 h 78078"/>
                  <a:gd name="connsiteX13" fmla="*/ 44476 w 44615"/>
                  <a:gd name="connsiteY13" fmla="*/ 697 h 78078"/>
                  <a:gd name="connsiteX14" fmla="*/ 44476 w 44615"/>
                  <a:gd name="connsiteY14" fmla="*/ 13524 h 7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4615" h="78078">
                    <a:moveTo>
                      <a:pt x="44616" y="13524"/>
                    </a:moveTo>
                    <a:cubicBezTo>
                      <a:pt x="43222" y="12688"/>
                      <a:pt x="41688" y="12130"/>
                      <a:pt x="40015" y="11712"/>
                    </a:cubicBezTo>
                    <a:cubicBezTo>
                      <a:pt x="38342" y="11293"/>
                      <a:pt x="36529" y="11154"/>
                      <a:pt x="34577" y="11154"/>
                    </a:cubicBezTo>
                    <a:cubicBezTo>
                      <a:pt x="27467" y="11154"/>
                      <a:pt x="22029" y="13524"/>
                      <a:pt x="18265" y="18125"/>
                    </a:cubicBezTo>
                    <a:cubicBezTo>
                      <a:pt x="14500" y="22726"/>
                      <a:pt x="12548" y="29279"/>
                      <a:pt x="12548" y="37924"/>
                    </a:cubicBezTo>
                    <a:lnTo>
                      <a:pt x="12548" y="78078"/>
                    </a:lnTo>
                    <a:lnTo>
                      <a:pt x="0" y="78078"/>
                    </a:lnTo>
                    <a:lnTo>
                      <a:pt x="0" y="1813"/>
                    </a:lnTo>
                    <a:lnTo>
                      <a:pt x="12548" y="1813"/>
                    </a:lnTo>
                    <a:lnTo>
                      <a:pt x="12548" y="13664"/>
                    </a:lnTo>
                    <a:cubicBezTo>
                      <a:pt x="15197" y="9063"/>
                      <a:pt x="18683" y="5577"/>
                      <a:pt x="22866" y="3346"/>
                    </a:cubicBezTo>
                    <a:cubicBezTo>
                      <a:pt x="27048" y="1115"/>
                      <a:pt x="32207" y="0"/>
                      <a:pt x="38202" y="0"/>
                    </a:cubicBezTo>
                    <a:cubicBezTo>
                      <a:pt x="39039" y="0"/>
                      <a:pt x="40015" y="0"/>
                      <a:pt x="40991" y="140"/>
                    </a:cubicBezTo>
                    <a:cubicBezTo>
                      <a:pt x="42106" y="140"/>
                      <a:pt x="43222" y="418"/>
                      <a:pt x="44476" y="697"/>
                    </a:cubicBezTo>
                    <a:lnTo>
                      <a:pt x="44476" y="13524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30" name="Forme libre : forme 129">
                <a:extLst>
                  <a:ext uri="{FF2B5EF4-FFF2-40B4-BE49-F238E27FC236}">
                    <a16:creationId xmlns:a16="http://schemas.microsoft.com/office/drawing/2014/main" id="{54E37835-FF4E-70B5-3EAE-23492BACADD4}"/>
                  </a:ext>
                </a:extLst>
              </p:cNvPr>
              <p:cNvSpPr/>
              <p:nvPr/>
            </p:nvSpPr>
            <p:spPr>
              <a:xfrm>
                <a:off x="8321116" y="4663173"/>
                <a:ext cx="69991" cy="80029"/>
              </a:xfrm>
              <a:custGeom>
                <a:avLst/>
                <a:gdLst>
                  <a:gd name="connsiteX0" fmla="*/ 34996 w 69991"/>
                  <a:gd name="connsiteY0" fmla="*/ 10736 h 80029"/>
                  <a:gd name="connsiteX1" fmla="*/ 19101 w 69991"/>
                  <a:gd name="connsiteY1" fmla="*/ 18544 h 80029"/>
                  <a:gd name="connsiteX2" fmla="*/ 13246 w 69991"/>
                  <a:gd name="connsiteY2" fmla="*/ 40154 h 80029"/>
                  <a:gd name="connsiteX3" fmla="*/ 19101 w 69991"/>
                  <a:gd name="connsiteY3" fmla="*/ 61765 h 80029"/>
                  <a:gd name="connsiteX4" fmla="*/ 35135 w 69991"/>
                  <a:gd name="connsiteY4" fmla="*/ 69573 h 80029"/>
                  <a:gd name="connsiteX5" fmla="*/ 51030 w 69991"/>
                  <a:gd name="connsiteY5" fmla="*/ 61626 h 80029"/>
                  <a:gd name="connsiteX6" fmla="*/ 56885 w 69991"/>
                  <a:gd name="connsiteY6" fmla="*/ 40154 h 80029"/>
                  <a:gd name="connsiteX7" fmla="*/ 51030 w 69991"/>
                  <a:gd name="connsiteY7" fmla="*/ 18683 h 80029"/>
                  <a:gd name="connsiteX8" fmla="*/ 35135 w 69991"/>
                  <a:gd name="connsiteY8" fmla="*/ 10736 h 80029"/>
                  <a:gd name="connsiteX9" fmla="*/ 34996 w 69991"/>
                  <a:gd name="connsiteY9" fmla="*/ 0 h 80029"/>
                  <a:gd name="connsiteX10" fmla="*/ 60650 w 69991"/>
                  <a:gd name="connsiteY10" fmla="*/ 10596 h 80029"/>
                  <a:gd name="connsiteX11" fmla="*/ 69991 w 69991"/>
                  <a:gd name="connsiteY11" fmla="*/ 40015 h 80029"/>
                  <a:gd name="connsiteX12" fmla="*/ 60650 w 69991"/>
                  <a:gd name="connsiteY12" fmla="*/ 69434 h 80029"/>
                  <a:gd name="connsiteX13" fmla="*/ 34996 w 69991"/>
                  <a:gd name="connsiteY13" fmla="*/ 80030 h 80029"/>
                  <a:gd name="connsiteX14" fmla="*/ 9341 w 69991"/>
                  <a:gd name="connsiteY14" fmla="*/ 69434 h 80029"/>
                  <a:gd name="connsiteX15" fmla="*/ 0 w 69991"/>
                  <a:gd name="connsiteY15" fmla="*/ 40015 h 80029"/>
                  <a:gd name="connsiteX16" fmla="*/ 9341 w 69991"/>
                  <a:gd name="connsiteY16" fmla="*/ 10596 h 80029"/>
                  <a:gd name="connsiteX17" fmla="*/ 34996 w 69991"/>
                  <a:gd name="connsiteY17" fmla="*/ 0 h 80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9991" h="80029">
                    <a:moveTo>
                      <a:pt x="34996" y="10736"/>
                    </a:moveTo>
                    <a:cubicBezTo>
                      <a:pt x="28303" y="10736"/>
                      <a:pt x="23005" y="13385"/>
                      <a:pt x="19101" y="18544"/>
                    </a:cubicBezTo>
                    <a:cubicBezTo>
                      <a:pt x="15197" y="23702"/>
                      <a:pt x="13246" y="30952"/>
                      <a:pt x="13246" y="40154"/>
                    </a:cubicBezTo>
                    <a:cubicBezTo>
                      <a:pt x="13246" y="49356"/>
                      <a:pt x="15197" y="56467"/>
                      <a:pt x="19101" y="61765"/>
                    </a:cubicBezTo>
                    <a:cubicBezTo>
                      <a:pt x="23005" y="67063"/>
                      <a:pt x="28303" y="69573"/>
                      <a:pt x="35135" y="69573"/>
                    </a:cubicBezTo>
                    <a:cubicBezTo>
                      <a:pt x="41967" y="69573"/>
                      <a:pt x="47126" y="66924"/>
                      <a:pt x="51030" y="61626"/>
                    </a:cubicBezTo>
                    <a:cubicBezTo>
                      <a:pt x="54933" y="56328"/>
                      <a:pt x="56885" y="49217"/>
                      <a:pt x="56885" y="40154"/>
                    </a:cubicBezTo>
                    <a:cubicBezTo>
                      <a:pt x="56885" y="31092"/>
                      <a:pt x="54933" y="23981"/>
                      <a:pt x="51030" y="18683"/>
                    </a:cubicBezTo>
                    <a:cubicBezTo>
                      <a:pt x="47126" y="13385"/>
                      <a:pt x="41828" y="10736"/>
                      <a:pt x="35135" y="10736"/>
                    </a:cubicBezTo>
                    <a:close/>
                    <a:moveTo>
                      <a:pt x="34996" y="0"/>
                    </a:moveTo>
                    <a:cubicBezTo>
                      <a:pt x="45871" y="0"/>
                      <a:pt x="54376" y="3486"/>
                      <a:pt x="60650" y="10596"/>
                    </a:cubicBezTo>
                    <a:cubicBezTo>
                      <a:pt x="66924" y="17707"/>
                      <a:pt x="69991" y="27467"/>
                      <a:pt x="69991" y="40015"/>
                    </a:cubicBezTo>
                    <a:cubicBezTo>
                      <a:pt x="69991" y="52563"/>
                      <a:pt x="66924" y="62323"/>
                      <a:pt x="60650" y="69434"/>
                    </a:cubicBezTo>
                    <a:cubicBezTo>
                      <a:pt x="54376" y="76544"/>
                      <a:pt x="45871" y="80030"/>
                      <a:pt x="34996" y="80030"/>
                    </a:cubicBezTo>
                    <a:cubicBezTo>
                      <a:pt x="24121" y="80030"/>
                      <a:pt x="15476" y="76544"/>
                      <a:pt x="9341" y="69434"/>
                    </a:cubicBezTo>
                    <a:cubicBezTo>
                      <a:pt x="3207" y="62323"/>
                      <a:pt x="0" y="52563"/>
                      <a:pt x="0" y="40015"/>
                    </a:cubicBezTo>
                    <a:cubicBezTo>
                      <a:pt x="0" y="27467"/>
                      <a:pt x="3067" y="17707"/>
                      <a:pt x="9341" y="10596"/>
                    </a:cubicBezTo>
                    <a:cubicBezTo>
                      <a:pt x="15476" y="3486"/>
                      <a:pt x="24121" y="0"/>
                      <a:pt x="3499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31" name="Forme libre : forme 130">
                <a:extLst>
                  <a:ext uri="{FF2B5EF4-FFF2-40B4-BE49-F238E27FC236}">
                    <a16:creationId xmlns:a16="http://schemas.microsoft.com/office/drawing/2014/main" id="{A3A97F9F-2C59-4B2B-96CD-3DAAC9813691}"/>
                  </a:ext>
                </a:extLst>
              </p:cNvPr>
              <p:cNvSpPr/>
              <p:nvPr/>
            </p:nvSpPr>
            <p:spPr>
              <a:xfrm>
                <a:off x="8410627" y="4663173"/>
                <a:ext cx="63856" cy="80308"/>
              </a:xfrm>
              <a:custGeom>
                <a:avLst/>
                <a:gdLst>
                  <a:gd name="connsiteX0" fmla="*/ 0 w 63856"/>
                  <a:gd name="connsiteY0" fmla="*/ 48102 h 80308"/>
                  <a:gd name="connsiteX1" fmla="*/ 0 w 63856"/>
                  <a:gd name="connsiteY1" fmla="*/ 1952 h 80308"/>
                  <a:gd name="connsiteX2" fmla="*/ 12548 w 63856"/>
                  <a:gd name="connsiteY2" fmla="*/ 1952 h 80308"/>
                  <a:gd name="connsiteX3" fmla="*/ 12548 w 63856"/>
                  <a:gd name="connsiteY3" fmla="*/ 47683 h 80308"/>
                  <a:gd name="connsiteX4" fmla="*/ 16731 w 63856"/>
                  <a:gd name="connsiteY4" fmla="*/ 63996 h 80308"/>
                  <a:gd name="connsiteX5" fmla="*/ 29419 w 63856"/>
                  <a:gd name="connsiteY5" fmla="*/ 69434 h 80308"/>
                  <a:gd name="connsiteX6" fmla="*/ 45453 w 63856"/>
                  <a:gd name="connsiteY6" fmla="*/ 63020 h 80308"/>
                  <a:gd name="connsiteX7" fmla="*/ 51309 w 63856"/>
                  <a:gd name="connsiteY7" fmla="*/ 45313 h 80308"/>
                  <a:gd name="connsiteX8" fmla="*/ 51309 w 63856"/>
                  <a:gd name="connsiteY8" fmla="*/ 2091 h 80308"/>
                  <a:gd name="connsiteX9" fmla="*/ 63857 w 63856"/>
                  <a:gd name="connsiteY9" fmla="*/ 2091 h 80308"/>
                  <a:gd name="connsiteX10" fmla="*/ 63857 w 63856"/>
                  <a:gd name="connsiteY10" fmla="*/ 78357 h 80308"/>
                  <a:gd name="connsiteX11" fmla="*/ 51309 w 63856"/>
                  <a:gd name="connsiteY11" fmla="*/ 78357 h 80308"/>
                  <a:gd name="connsiteX12" fmla="*/ 51309 w 63856"/>
                  <a:gd name="connsiteY12" fmla="*/ 66645 h 80308"/>
                  <a:gd name="connsiteX13" fmla="*/ 40712 w 63856"/>
                  <a:gd name="connsiteY13" fmla="*/ 76963 h 80308"/>
                  <a:gd name="connsiteX14" fmla="*/ 26770 w 63856"/>
                  <a:gd name="connsiteY14" fmla="*/ 80309 h 80308"/>
                  <a:gd name="connsiteX15" fmla="*/ 6832 w 63856"/>
                  <a:gd name="connsiteY15" fmla="*/ 72083 h 80308"/>
                  <a:gd name="connsiteX16" fmla="*/ 0 w 63856"/>
                  <a:gd name="connsiteY16" fmla="*/ 48241 h 80308"/>
                  <a:gd name="connsiteX17" fmla="*/ 31510 w 63856"/>
                  <a:gd name="connsiteY17" fmla="*/ 0 h 80308"/>
                  <a:gd name="connsiteX18" fmla="*/ 31510 w 63856"/>
                  <a:gd name="connsiteY18" fmla="*/ 0 h 8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3856" h="80308">
                    <a:moveTo>
                      <a:pt x="0" y="48102"/>
                    </a:moveTo>
                    <a:lnTo>
                      <a:pt x="0" y="1952"/>
                    </a:lnTo>
                    <a:lnTo>
                      <a:pt x="12548" y="1952"/>
                    </a:lnTo>
                    <a:lnTo>
                      <a:pt x="12548" y="47683"/>
                    </a:lnTo>
                    <a:cubicBezTo>
                      <a:pt x="12548" y="54933"/>
                      <a:pt x="13943" y="60371"/>
                      <a:pt x="16731" y="63996"/>
                    </a:cubicBezTo>
                    <a:cubicBezTo>
                      <a:pt x="19520" y="67621"/>
                      <a:pt x="23842" y="69434"/>
                      <a:pt x="29419" y="69434"/>
                    </a:cubicBezTo>
                    <a:cubicBezTo>
                      <a:pt x="36111" y="69434"/>
                      <a:pt x="41549" y="67342"/>
                      <a:pt x="45453" y="63020"/>
                    </a:cubicBezTo>
                    <a:cubicBezTo>
                      <a:pt x="49357" y="58698"/>
                      <a:pt x="51309" y="52842"/>
                      <a:pt x="51309" y="45313"/>
                    </a:cubicBezTo>
                    <a:lnTo>
                      <a:pt x="51309" y="2091"/>
                    </a:lnTo>
                    <a:lnTo>
                      <a:pt x="63857" y="2091"/>
                    </a:lnTo>
                    <a:lnTo>
                      <a:pt x="63857" y="78357"/>
                    </a:lnTo>
                    <a:lnTo>
                      <a:pt x="51309" y="78357"/>
                    </a:lnTo>
                    <a:lnTo>
                      <a:pt x="51309" y="66645"/>
                    </a:lnTo>
                    <a:cubicBezTo>
                      <a:pt x="48241" y="71246"/>
                      <a:pt x="44756" y="74732"/>
                      <a:pt x="40712" y="76963"/>
                    </a:cubicBezTo>
                    <a:cubicBezTo>
                      <a:pt x="36669" y="79193"/>
                      <a:pt x="32068" y="80309"/>
                      <a:pt x="26770" y="80309"/>
                    </a:cubicBezTo>
                    <a:cubicBezTo>
                      <a:pt x="17986" y="80309"/>
                      <a:pt x="11294" y="77520"/>
                      <a:pt x="6832" y="72083"/>
                    </a:cubicBezTo>
                    <a:cubicBezTo>
                      <a:pt x="2231" y="66645"/>
                      <a:pt x="0" y="58698"/>
                      <a:pt x="0" y="48241"/>
                    </a:cubicBezTo>
                    <a:close/>
                    <a:moveTo>
                      <a:pt x="31510" y="0"/>
                    </a:moveTo>
                    <a:lnTo>
                      <a:pt x="315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32" name="Forme libre : forme 131">
                <a:extLst>
                  <a:ext uri="{FF2B5EF4-FFF2-40B4-BE49-F238E27FC236}">
                    <a16:creationId xmlns:a16="http://schemas.microsoft.com/office/drawing/2014/main" id="{1EEED969-ABD5-CA29-054A-5F01CCE83767}"/>
                  </a:ext>
                </a:extLst>
              </p:cNvPr>
              <p:cNvSpPr/>
              <p:nvPr/>
            </p:nvSpPr>
            <p:spPr>
              <a:xfrm>
                <a:off x="8499859" y="4663173"/>
                <a:ext cx="68178" cy="107078"/>
              </a:xfrm>
              <a:custGeom>
                <a:avLst/>
                <a:gdLst>
                  <a:gd name="connsiteX0" fmla="*/ 12548 w 68178"/>
                  <a:gd name="connsiteY0" fmla="*/ 66645 h 107078"/>
                  <a:gd name="connsiteX1" fmla="*/ 12548 w 68178"/>
                  <a:gd name="connsiteY1" fmla="*/ 107078 h 107078"/>
                  <a:gd name="connsiteX2" fmla="*/ 0 w 68178"/>
                  <a:gd name="connsiteY2" fmla="*/ 107078 h 107078"/>
                  <a:gd name="connsiteX3" fmla="*/ 0 w 68178"/>
                  <a:gd name="connsiteY3" fmla="*/ 1813 h 107078"/>
                  <a:gd name="connsiteX4" fmla="*/ 12548 w 68178"/>
                  <a:gd name="connsiteY4" fmla="*/ 1813 h 107078"/>
                  <a:gd name="connsiteX5" fmla="*/ 12548 w 68178"/>
                  <a:gd name="connsiteY5" fmla="*/ 13385 h 107078"/>
                  <a:gd name="connsiteX6" fmla="*/ 22587 w 68178"/>
                  <a:gd name="connsiteY6" fmla="*/ 3346 h 107078"/>
                  <a:gd name="connsiteX7" fmla="*/ 36948 w 68178"/>
                  <a:gd name="connsiteY7" fmla="*/ 0 h 107078"/>
                  <a:gd name="connsiteX8" fmla="*/ 59535 w 68178"/>
                  <a:gd name="connsiteY8" fmla="*/ 11014 h 107078"/>
                  <a:gd name="connsiteX9" fmla="*/ 68179 w 68178"/>
                  <a:gd name="connsiteY9" fmla="*/ 40015 h 107078"/>
                  <a:gd name="connsiteX10" fmla="*/ 59535 w 68178"/>
                  <a:gd name="connsiteY10" fmla="*/ 69015 h 107078"/>
                  <a:gd name="connsiteX11" fmla="*/ 36948 w 68178"/>
                  <a:gd name="connsiteY11" fmla="*/ 80030 h 107078"/>
                  <a:gd name="connsiteX12" fmla="*/ 22587 w 68178"/>
                  <a:gd name="connsiteY12" fmla="*/ 76684 h 107078"/>
                  <a:gd name="connsiteX13" fmla="*/ 12548 w 68178"/>
                  <a:gd name="connsiteY13" fmla="*/ 66506 h 107078"/>
                  <a:gd name="connsiteX14" fmla="*/ 55212 w 68178"/>
                  <a:gd name="connsiteY14" fmla="*/ 40154 h 107078"/>
                  <a:gd name="connsiteX15" fmla="*/ 49496 w 68178"/>
                  <a:gd name="connsiteY15" fmla="*/ 18544 h 107078"/>
                  <a:gd name="connsiteX16" fmla="*/ 33880 w 68178"/>
                  <a:gd name="connsiteY16" fmla="*/ 10736 h 107078"/>
                  <a:gd name="connsiteX17" fmla="*/ 18265 w 68178"/>
                  <a:gd name="connsiteY17" fmla="*/ 18544 h 107078"/>
                  <a:gd name="connsiteX18" fmla="*/ 12548 w 68178"/>
                  <a:gd name="connsiteY18" fmla="*/ 40154 h 107078"/>
                  <a:gd name="connsiteX19" fmla="*/ 18265 w 68178"/>
                  <a:gd name="connsiteY19" fmla="*/ 61765 h 107078"/>
                  <a:gd name="connsiteX20" fmla="*/ 33880 w 68178"/>
                  <a:gd name="connsiteY20" fmla="*/ 69573 h 107078"/>
                  <a:gd name="connsiteX21" fmla="*/ 49496 w 68178"/>
                  <a:gd name="connsiteY21" fmla="*/ 61765 h 107078"/>
                  <a:gd name="connsiteX22" fmla="*/ 55212 w 68178"/>
                  <a:gd name="connsiteY22" fmla="*/ 40154 h 10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8178" h="107078">
                    <a:moveTo>
                      <a:pt x="12548" y="66645"/>
                    </a:moveTo>
                    <a:lnTo>
                      <a:pt x="12548" y="107078"/>
                    </a:lnTo>
                    <a:lnTo>
                      <a:pt x="0" y="107078"/>
                    </a:lnTo>
                    <a:lnTo>
                      <a:pt x="0" y="1813"/>
                    </a:lnTo>
                    <a:lnTo>
                      <a:pt x="12548" y="1813"/>
                    </a:lnTo>
                    <a:lnTo>
                      <a:pt x="12548" y="13385"/>
                    </a:lnTo>
                    <a:cubicBezTo>
                      <a:pt x="15197" y="8784"/>
                      <a:pt x="18544" y="5438"/>
                      <a:pt x="22587" y="3346"/>
                    </a:cubicBezTo>
                    <a:cubicBezTo>
                      <a:pt x="26630" y="1115"/>
                      <a:pt x="31371" y="0"/>
                      <a:pt x="36948" y="0"/>
                    </a:cubicBezTo>
                    <a:cubicBezTo>
                      <a:pt x="46150" y="0"/>
                      <a:pt x="53679" y="3625"/>
                      <a:pt x="59535" y="11014"/>
                    </a:cubicBezTo>
                    <a:cubicBezTo>
                      <a:pt x="65390" y="18404"/>
                      <a:pt x="68179" y="28024"/>
                      <a:pt x="68179" y="40015"/>
                    </a:cubicBezTo>
                    <a:cubicBezTo>
                      <a:pt x="68179" y="52005"/>
                      <a:pt x="65251" y="61626"/>
                      <a:pt x="59535" y="69015"/>
                    </a:cubicBezTo>
                    <a:cubicBezTo>
                      <a:pt x="53818" y="76405"/>
                      <a:pt x="46289" y="80030"/>
                      <a:pt x="36948" y="80030"/>
                    </a:cubicBezTo>
                    <a:cubicBezTo>
                      <a:pt x="31371" y="80030"/>
                      <a:pt x="26630" y="78915"/>
                      <a:pt x="22587" y="76684"/>
                    </a:cubicBezTo>
                    <a:cubicBezTo>
                      <a:pt x="18544" y="74453"/>
                      <a:pt x="15197" y="71107"/>
                      <a:pt x="12548" y="66506"/>
                    </a:cubicBezTo>
                    <a:close/>
                    <a:moveTo>
                      <a:pt x="55212" y="40154"/>
                    </a:moveTo>
                    <a:cubicBezTo>
                      <a:pt x="55212" y="30952"/>
                      <a:pt x="53260" y="23702"/>
                      <a:pt x="49496" y="18544"/>
                    </a:cubicBezTo>
                    <a:cubicBezTo>
                      <a:pt x="45731" y="13385"/>
                      <a:pt x="40433" y="10736"/>
                      <a:pt x="33880" y="10736"/>
                    </a:cubicBezTo>
                    <a:cubicBezTo>
                      <a:pt x="27327" y="10736"/>
                      <a:pt x="22029" y="13385"/>
                      <a:pt x="18265" y="18544"/>
                    </a:cubicBezTo>
                    <a:cubicBezTo>
                      <a:pt x="14500" y="23702"/>
                      <a:pt x="12548" y="30952"/>
                      <a:pt x="12548" y="40154"/>
                    </a:cubicBezTo>
                    <a:cubicBezTo>
                      <a:pt x="12548" y="49356"/>
                      <a:pt x="14500" y="56607"/>
                      <a:pt x="18265" y="61765"/>
                    </a:cubicBezTo>
                    <a:cubicBezTo>
                      <a:pt x="22029" y="67063"/>
                      <a:pt x="27327" y="69573"/>
                      <a:pt x="33880" y="69573"/>
                    </a:cubicBezTo>
                    <a:cubicBezTo>
                      <a:pt x="40433" y="69573"/>
                      <a:pt x="45731" y="66924"/>
                      <a:pt x="49496" y="61765"/>
                    </a:cubicBezTo>
                    <a:cubicBezTo>
                      <a:pt x="53260" y="56467"/>
                      <a:pt x="55212" y="49356"/>
                      <a:pt x="55212" y="401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grpSp>
        <p:nvGrpSpPr>
          <p:cNvPr id="133" name="Graphique 2">
            <a:extLst>
              <a:ext uri="{FF2B5EF4-FFF2-40B4-BE49-F238E27FC236}">
                <a16:creationId xmlns:a16="http://schemas.microsoft.com/office/drawing/2014/main" id="{2998EE7B-A448-6991-CADD-52BBE0D2DD3C}"/>
              </a:ext>
            </a:extLst>
          </p:cNvPr>
          <p:cNvGrpSpPr/>
          <p:nvPr/>
        </p:nvGrpSpPr>
        <p:grpSpPr>
          <a:xfrm>
            <a:off x="6422008" y="1937415"/>
            <a:ext cx="931563" cy="4587459"/>
            <a:chOff x="6422008" y="1937415"/>
            <a:chExt cx="931563" cy="4587459"/>
          </a:xfrm>
          <a:solidFill>
            <a:srgbClr val="000000"/>
          </a:solidFill>
        </p:grpSpPr>
        <p:grpSp>
          <p:nvGrpSpPr>
            <p:cNvPr id="134" name="Graphique 2">
              <a:extLst>
                <a:ext uri="{FF2B5EF4-FFF2-40B4-BE49-F238E27FC236}">
                  <a16:creationId xmlns:a16="http://schemas.microsoft.com/office/drawing/2014/main" id="{32AFFE53-5C63-D823-EFED-96E5C1939C26}"/>
                </a:ext>
              </a:extLst>
            </p:cNvPr>
            <p:cNvGrpSpPr/>
            <p:nvPr/>
          </p:nvGrpSpPr>
          <p:grpSpPr>
            <a:xfrm>
              <a:off x="6618597" y="4175604"/>
              <a:ext cx="534614" cy="206584"/>
              <a:chOff x="6618597" y="4175604"/>
              <a:chExt cx="534614" cy="206584"/>
            </a:xfrm>
            <a:solidFill>
              <a:srgbClr val="000000"/>
            </a:solidFill>
          </p:grpSpPr>
          <p:sp>
            <p:nvSpPr>
              <p:cNvPr id="135" name="Forme libre : forme 134">
                <a:extLst>
                  <a:ext uri="{FF2B5EF4-FFF2-40B4-BE49-F238E27FC236}">
                    <a16:creationId xmlns:a16="http://schemas.microsoft.com/office/drawing/2014/main" id="{1D91397D-AFF4-C223-7B9D-9EC95954C042}"/>
                  </a:ext>
                </a:extLst>
              </p:cNvPr>
              <p:cNvSpPr/>
              <p:nvPr/>
            </p:nvSpPr>
            <p:spPr>
              <a:xfrm>
                <a:off x="6834567" y="4226215"/>
                <a:ext cx="48798" cy="13942"/>
              </a:xfrm>
              <a:custGeom>
                <a:avLst/>
                <a:gdLst>
                  <a:gd name="connsiteX0" fmla="*/ 48799 w 48798"/>
                  <a:gd name="connsiteY0" fmla="*/ 0 h 13942"/>
                  <a:gd name="connsiteX1" fmla="*/ 0 w 48798"/>
                  <a:gd name="connsiteY1" fmla="*/ 0 h 1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98" h="13942">
                    <a:moveTo>
                      <a:pt x="4879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551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136" name="Graphique 2">
                <a:extLst>
                  <a:ext uri="{FF2B5EF4-FFF2-40B4-BE49-F238E27FC236}">
                    <a16:creationId xmlns:a16="http://schemas.microsoft.com/office/drawing/2014/main" id="{BF625E8C-3DEA-394B-5919-03033FF19D2B}"/>
                  </a:ext>
                </a:extLst>
              </p:cNvPr>
              <p:cNvGrpSpPr/>
              <p:nvPr/>
            </p:nvGrpSpPr>
            <p:grpSpPr>
              <a:xfrm>
                <a:off x="6618597" y="4175604"/>
                <a:ext cx="318966" cy="206584"/>
                <a:chOff x="6618597" y="4175604"/>
                <a:chExt cx="318966" cy="206584"/>
              </a:xfrm>
              <a:solidFill>
                <a:srgbClr val="000000"/>
              </a:solidFill>
            </p:grpSpPr>
            <p:sp>
              <p:nvSpPr>
                <p:cNvPr id="137" name="Forme libre : forme 136">
                  <a:extLst>
                    <a:ext uri="{FF2B5EF4-FFF2-40B4-BE49-F238E27FC236}">
                      <a16:creationId xmlns:a16="http://schemas.microsoft.com/office/drawing/2014/main" id="{73E289A0-1479-0AB3-2DDB-464EE44CB0BD}"/>
                    </a:ext>
                  </a:extLst>
                </p:cNvPr>
                <p:cNvSpPr/>
                <p:nvPr/>
              </p:nvSpPr>
              <p:spPr>
                <a:xfrm>
                  <a:off x="6618597" y="4175604"/>
                  <a:ext cx="64553" cy="103592"/>
                </a:xfrm>
                <a:custGeom>
                  <a:avLst/>
                  <a:gdLst>
                    <a:gd name="connsiteX0" fmla="*/ 16592 w 64553"/>
                    <a:gd name="connsiteY0" fmla="*/ 92021 h 103592"/>
                    <a:gd name="connsiteX1" fmla="*/ 64554 w 64553"/>
                    <a:gd name="connsiteY1" fmla="*/ 92021 h 103592"/>
                    <a:gd name="connsiteX2" fmla="*/ 64554 w 64553"/>
                    <a:gd name="connsiteY2" fmla="*/ 103593 h 103592"/>
                    <a:gd name="connsiteX3" fmla="*/ 0 w 64553"/>
                    <a:gd name="connsiteY3" fmla="*/ 103593 h 103592"/>
                    <a:gd name="connsiteX4" fmla="*/ 0 w 64553"/>
                    <a:gd name="connsiteY4" fmla="*/ 92021 h 103592"/>
                    <a:gd name="connsiteX5" fmla="*/ 21332 w 64553"/>
                    <a:gd name="connsiteY5" fmla="*/ 70270 h 103592"/>
                    <a:gd name="connsiteX6" fmla="*/ 38342 w 64553"/>
                    <a:gd name="connsiteY6" fmla="*/ 52703 h 103592"/>
                    <a:gd name="connsiteX7" fmla="*/ 47544 w 64553"/>
                    <a:gd name="connsiteY7" fmla="*/ 40154 h 103592"/>
                    <a:gd name="connsiteX8" fmla="*/ 50193 w 64553"/>
                    <a:gd name="connsiteY8" fmla="*/ 29976 h 103592"/>
                    <a:gd name="connsiteX9" fmla="*/ 44477 w 64553"/>
                    <a:gd name="connsiteY9" fmla="*/ 16731 h 103592"/>
                    <a:gd name="connsiteX10" fmla="*/ 29698 w 64553"/>
                    <a:gd name="connsiteY10" fmla="*/ 11572 h 103592"/>
                    <a:gd name="connsiteX11" fmla="*/ 16034 w 64553"/>
                    <a:gd name="connsiteY11" fmla="*/ 13803 h 103592"/>
                    <a:gd name="connsiteX12" fmla="*/ 697 w 64553"/>
                    <a:gd name="connsiteY12" fmla="*/ 20635 h 103592"/>
                    <a:gd name="connsiteX13" fmla="*/ 697 w 64553"/>
                    <a:gd name="connsiteY13" fmla="*/ 6692 h 103592"/>
                    <a:gd name="connsiteX14" fmla="*/ 16173 w 64553"/>
                    <a:gd name="connsiteY14" fmla="*/ 1673 h 103592"/>
                    <a:gd name="connsiteX15" fmla="*/ 29419 w 64553"/>
                    <a:gd name="connsiteY15" fmla="*/ 0 h 103592"/>
                    <a:gd name="connsiteX16" fmla="*/ 54655 w 64553"/>
                    <a:gd name="connsiteY16" fmla="*/ 7947 h 103592"/>
                    <a:gd name="connsiteX17" fmla="*/ 63996 w 64553"/>
                    <a:gd name="connsiteY17" fmla="*/ 29000 h 103592"/>
                    <a:gd name="connsiteX18" fmla="*/ 61626 w 64553"/>
                    <a:gd name="connsiteY18" fmla="*/ 40851 h 103592"/>
                    <a:gd name="connsiteX19" fmla="*/ 53121 w 64553"/>
                    <a:gd name="connsiteY19" fmla="*/ 54097 h 103592"/>
                    <a:gd name="connsiteX20" fmla="*/ 42246 w 64553"/>
                    <a:gd name="connsiteY20" fmla="*/ 65530 h 103592"/>
                    <a:gd name="connsiteX21" fmla="*/ 16452 w 64553"/>
                    <a:gd name="connsiteY21" fmla="*/ 91881 h 103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4553" h="103592">
                      <a:moveTo>
                        <a:pt x="16592" y="92021"/>
                      </a:moveTo>
                      <a:lnTo>
                        <a:pt x="64554" y="92021"/>
                      </a:lnTo>
                      <a:lnTo>
                        <a:pt x="64554" y="103593"/>
                      </a:lnTo>
                      <a:lnTo>
                        <a:pt x="0" y="103593"/>
                      </a:lnTo>
                      <a:lnTo>
                        <a:pt x="0" y="92021"/>
                      </a:lnTo>
                      <a:cubicBezTo>
                        <a:pt x="5159" y="86583"/>
                        <a:pt x="12269" y="79333"/>
                        <a:pt x="21332" y="70270"/>
                      </a:cubicBezTo>
                      <a:cubicBezTo>
                        <a:pt x="30395" y="61208"/>
                        <a:pt x="35972" y="55352"/>
                        <a:pt x="38342" y="52703"/>
                      </a:cubicBezTo>
                      <a:cubicBezTo>
                        <a:pt x="42804" y="47823"/>
                        <a:pt x="45871" y="43640"/>
                        <a:pt x="47544" y="40154"/>
                      </a:cubicBezTo>
                      <a:cubicBezTo>
                        <a:pt x="49356" y="36669"/>
                        <a:pt x="50193" y="33323"/>
                        <a:pt x="50193" y="29976"/>
                      </a:cubicBezTo>
                      <a:cubicBezTo>
                        <a:pt x="50193" y="24539"/>
                        <a:pt x="48241" y="20217"/>
                        <a:pt x="44477" y="16731"/>
                      </a:cubicBezTo>
                      <a:cubicBezTo>
                        <a:pt x="40712" y="13385"/>
                        <a:pt x="35693" y="11572"/>
                        <a:pt x="29698" y="11572"/>
                      </a:cubicBezTo>
                      <a:cubicBezTo>
                        <a:pt x="25375" y="11572"/>
                        <a:pt x="20774" y="12269"/>
                        <a:pt x="16034" y="13803"/>
                      </a:cubicBezTo>
                      <a:cubicBezTo>
                        <a:pt x="11293" y="15337"/>
                        <a:pt x="6135" y="17567"/>
                        <a:pt x="697" y="20635"/>
                      </a:cubicBezTo>
                      <a:lnTo>
                        <a:pt x="697" y="6692"/>
                      </a:lnTo>
                      <a:cubicBezTo>
                        <a:pt x="6274" y="4461"/>
                        <a:pt x="11433" y="2788"/>
                        <a:pt x="16173" y="1673"/>
                      </a:cubicBezTo>
                      <a:cubicBezTo>
                        <a:pt x="21053" y="558"/>
                        <a:pt x="25375" y="0"/>
                        <a:pt x="29419" y="0"/>
                      </a:cubicBezTo>
                      <a:cubicBezTo>
                        <a:pt x="40015" y="0"/>
                        <a:pt x="48380" y="2649"/>
                        <a:pt x="54655" y="7947"/>
                      </a:cubicBezTo>
                      <a:cubicBezTo>
                        <a:pt x="60929" y="13245"/>
                        <a:pt x="63996" y="20217"/>
                        <a:pt x="63996" y="29000"/>
                      </a:cubicBezTo>
                      <a:cubicBezTo>
                        <a:pt x="63996" y="33183"/>
                        <a:pt x="63160" y="37087"/>
                        <a:pt x="61626" y="40851"/>
                      </a:cubicBezTo>
                      <a:cubicBezTo>
                        <a:pt x="60092" y="44616"/>
                        <a:pt x="57164" y="48938"/>
                        <a:pt x="53121" y="54097"/>
                      </a:cubicBezTo>
                      <a:cubicBezTo>
                        <a:pt x="52006" y="55352"/>
                        <a:pt x="48380" y="59256"/>
                        <a:pt x="42246" y="65530"/>
                      </a:cubicBezTo>
                      <a:cubicBezTo>
                        <a:pt x="36111" y="71804"/>
                        <a:pt x="27606" y="80588"/>
                        <a:pt x="16452" y="9188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138" name="Forme libre : forme 137">
                  <a:extLst>
                    <a:ext uri="{FF2B5EF4-FFF2-40B4-BE49-F238E27FC236}">
                      <a16:creationId xmlns:a16="http://schemas.microsoft.com/office/drawing/2014/main" id="{1E54CF10-7867-C923-26B2-DA639BC994FE}"/>
                    </a:ext>
                  </a:extLst>
                </p:cNvPr>
                <p:cNvSpPr/>
                <p:nvPr/>
              </p:nvSpPr>
              <p:spPr>
                <a:xfrm>
                  <a:off x="6706296" y="4175743"/>
                  <a:ext cx="70270" cy="105405"/>
                </a:xfrm>
                <a:custGeom>
                  <a:avLst/>
                  <a:gdLst>
                    <a:gd name="connsiteX0" fmla="*/ 35135 w 70270"/>
                    <a:gd name="connsiteY0" fmla="*/ 10875 h 105405"/>
                    <a:gd name="connsiteX1" fmla="*/ 19101 w 70270"/>
                    <a:gd name="connsiteY1" fmla="*/ 21332 h 105405"/>
                    <a:gd name="connsiteX2" fmla="*/ 13803 w 70270"/>
                    <a:gd name="connsiteY2" fmla="*/ 52703 h 105405"/>
                    <a:gd name="connsiteX3" fmla="*/ 19101 w 70270"/>
                    <a:gd name="connsiteY3" fmla="*/ 84073 h 105405"/>
                    <a:gd name="connsiteX4" fmla="*/ 35135 w 70270"/>
                    <a:gd name="connsiteY4" fmla="*/ 94530 h 105405"/>
                    <a:gd name="connsiteX5" fmla="*/ 51169 w 70270"/>
                    <a:gd name="connsiteY5" fmla="*/ 84073 h 105405"/>
                    <a:gd name="connsiteX6" fmla="*/ 56467 w 70270"/>
                    <a:gd name="connsiteY6" fmla="*/ 52703 h 105405"/>
                    <a:gd name="connsiteX7" fmla="*/ 51169 w 70270"/>
                    <a:gd name="connsiteY7" fmla="*/ 21332 h 105405"/>
                    <a:gd name="connsiteX8" fmla="*/ 35135 w 70270"/>
                    <a:gd name="connsiteY8" fmla="*/ 10875 h 105405"/>
                    <a:gd name="connsiteX9" fmla="*/ 35135 w 70270"/>
                    <a:gd name="connsiteY9" fmla="*/ 0 h 105405"/>
                    <a:gd name="connsiteX10" fmla="*/ 61208 w 70270"/>
                    <a:gd name="connsiteY10" fmla="*/ 13524 h 105405"/>
                    <a:gd name="connsiteX11" fmla="*/ 70270 w 70270"/>
                    <a:gd name="connsiteY11" fmla="*/ 52703 h 105405"/>
                    <a:gd name="connsiteX12" fmla="*/ 61208 w 70270"/>
                    <a:gd name="connsiteY12" fmla="*/ 91881 h 105405"/>
                    <a:gd name="connsiteX13" fmla="*/ 35135 w 70270"/>
                    <a:gd name="connsiteY13" fmla="*/ 105405 h 105405"/>
                    <a:gd name="connsiteX14" fmla="*/ 9063 w 70270"/>
                    <a:gd name="connsiteY14" fmla="*/ 91881 h 105405"/>
                    <a:gd name="connsiteX15" fmla="*/ 0 w 70270"/>
                    <a:gd name="connsiteY15" fmla="*/ 52703 h 105405"/>
                    <a:gd name="connsiteX16" fmla="*/ 9063 w 70270"/>
                    <a:gd name="connsiteY16" fmla="*/ 13524 h 105405"/>
                    <a:gd name="connsiteX17" fmla="*/ 35135 w 70270"/>
                    <a:gd name="connsiteY17" fmla="*/ 0 h 105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270" h="105405">
                      <a:moveTo>
                        <a:pt x="35135" y="10875"/>
                      </a:moveTo>
                      <a:cubicBezTo>
                        <a:pt x="28024" y="10875"/>
                        <a:pt x="22726" y="14361"/>
                        <a:pt x="19101" y="21332"/>
                      </a:cubicBezTo>
                      <a:cubicBezTo>
                        <a:pt x="15476" y="28303"/>
                        <a:pt x="13803" y="38760"/>
                        <a:pt x="13803" y="52703"/>
                      </a:cubicBezTo>
                      <a:cubicBezTo>
                        <a:pt x="13803" y="66645"/>
                        <a:pt x="15616" y="77102"/>
                        <a:pt x="19101" y="84073"/>
                      </a:cubicBezTo>
                      <a:cubicBezTo>
                        <a:pt x="22726" y="91044"/>
                        <a:pt x="28024" y="94530"/>
                        <a:pt x="35135" y="94530"/>
                      </a:cubicBezTo>
                      <a:cubicBezTo>
                        <a:pt x="42246" y="94530"/>
                        <a:pt x="47544" y="91044"/>
                        <a:pt x="51169" y="84073"/>
                      </a:cubicBezTo>
                      <a:cubicBezTo>
                        <a:pt x="54794" y="77102"/>
                        <a:pt x="56467" y="66645"/>
                        <a:pt x="56467" y="52703"/>
                      </a:cubicBezTo>
                      <a:cubicBezTo>
                        <a:pt x="56467" y="38760"/>
                        <a:pt x="54655" y="28303"/>
                        <a:pt x="51169" y="21332"/>
                      </a:cubicBezTo>
                      <a:cubicBezTo>
                        <a:pt x="47544" y="14361"/>
                        <a:pt x="42246" y="10875"/>
                        <a:pt x="35135" y="10875"/>
                      </a:cubicBezTo>
                      <a:close/>
                      <a:moveTo>
                        <a:pt x="35135" y="0"/>
                      </a:moveTo>
                      <a:cubicBezTo>
                        <a:pt x="46568" y="0"/>
                        <a:pt x="55212" y="4462"/>
                        <a:pt x="61208" y="13524"/>
                      </a:cubicBezTo>
                      <a:cubicBezTo>
                        <a:pt x="67203" y="22587"/>
                        <a:pt x="70270" y="35553"/>
                        <a:pt x="70270" y="52703"/>
                      </a:cubicBezTo>
                      <a:cubicBezTo>
                        <a:pt x="70270" y="69852"/>
                        <a:pt x="67203" y="82818"/>
                        <a:pt x="61208" y="91881"/>
                      </a:cubicBezTo>
                      <a:cubicBezTo>
                        <a:pt x="55212" y="100944"/>
                        <a:pt x="46429" y="105405"/>
                        <a:pt x="35135" y="105405"/>
                      </a:cubicBezTo>
                      <a:cubicBezTo>
                        <a:pt x="23842" y="105405"/>
                        <a:pt x="15058" y="100944"/>
                        <a:pt x="9063" y="91881"/>
                      </a:cubicBezTo>
                      <a:cubicBezTo>
                        <a:pt x="3067" y="82818"/>
                        <a:pt x="0" y="69852"/>
                        <a:pt x="0" y="52703"/>
                      </a:cubicBezTo>
                      <a:cubicBezTo>
                        <a:pt x="0" y="35553"/>
                        <a:pt x="3067" y="22447"/>
                        <a:pt x="9063" y="13524"/>
                      </a:cubicBezTo>
                      <a:cubicBezTo>
                        <a:pt x="15058" y="4462"/>
                        <a:pt x="23842" y="0"/>
                        <a:pt x="351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39" name="Graphique 2">
              <a:extLst>
                <a:ext uri="{FF2B5EF4-FFF2-40B4-BE49-F238E27FC236}">
                  <a16:creationId xmlns:a16="http://schemas.microsoft.com/office/drawing/2014/main" id="{F9D1AF36-7ACB-326C-5182-97C5FE874FFD}"/>
                </a:ext>
              </a:extLst>
            </p:cNvPr>
            <p:cNvGrpSpPr/>
            <p:nvPr/>
          </p:nvGrpSpPr>
          <p:grpSpPr>
            <a:xfrm>
              <a:off x="6619155" y="3728050"/>
              <a:ext cx="533488" cy="206312"/>
              <a:chOff x="6619155" y="3728050"/>
              <a:chExt cx="533488" cy="206312"/>
            </a:xfrm>
            <a:solidFill>
              <a:srgbClr val="000000"/>
            </a:solidFill>
          </p:grpSpPr>
          <p:sp>
            <p:nvSpPr>
              <p:cNvPr id="140" name="Forme libre : forme 139">
                <a:extLst>
                  <a:ext uri="{FF2B5EF4-FFF2-40B4-BE49-F238E27FC236}">
                    <a16:creationId xmlns:a16="http://schemas.microsoft.com/office/drawing/2014/main" id="{C2CE7F86-D793-3502-3E41-33933E2F5C90}"/>
                  </a:ext>
                </a:extLst>
              </p:cNvPr>
              <p:cNvSpPr/>
              <p:nvPr/>
            </p:nvSpPr>
            <p:spPr>
              <a:xfrm>
                <a:off x="6834567" y="3778522"/>
                <a:ext cx="48798" cy="13942"/>
              </a:xfrm>
              <a:custGeom>
                <a:avLst/>
                <a:gdLst>
                  <a:gd name="connsiteX0" fmla="*/ 48799 w 48798"/>
                  <a:gd name="connsiteY0" fmla="*/ 0 h 13942"/>
                  <a:gd name="connsiteX1" fmla="*/ 0 w 48798"/>
                  <a:gd name="connsiteY1" fmla="*/ 0 h 1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98" h="13942">
                    <a:moveTo>
                      <a:pt x="4879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551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141" name="Graphique 2">
                <a:extLst>
                  <a:ext uri="{FF2B5EF4-FFF2-40B4-BE49-F238E27FC236}">
                    <a16:creationId xmlns:a16="http://schemas.microsoft.com/office/drawing/2014/main" id="{16B24DD2-FDF5-EA87-7E1E-DE74EC4BDC43}"/>
                  </a:ext>
                </a:extLst>
              </p:cNvPr>
              <p:cNvGrpSpPr/>
              <p:nvPr/>
            </p:nvGrpSpPr>
            <p:grpSpPr>
              <a:xfrm>
                <a:off x="6619155" y="3728050"/>
                <a:ext cx="317839" cy="206312"/>
                <a:chOff x="6619155" y="3728050"/>
                <a:chExt cx="317839" cy="206312"/>
              </a:xfrm>
              <a:solidFill>
                <a:srgbClr val="000000"/>
              </a:solidFill>
            </p:grpSpPr>
            <p:sp>
              <p:nvSpPr>
                <p:cNvPr id="142" name="Forme libre : forme 141">
                  <a:extLst>
                    <a:ext uri="{FF2B5EF4-FFF2-40B4-BE49-F238E27FC236}">
                      <a16:creationId xmlns:a16="http://schemas.microsoft.com/office/drawing/2014/main" id="{4FFE0CBB-52CC-1470-17AD-8B56B91FCEBA}"/>
                    </a:ext>
                  </a:extLst>
                </p:cNvPr>
                <p:cNvSpPr/>
                <p:nvPr/>
              </p:nvSpPr>
              <p:spPr>
                <a:xfrm>
                  <a:off x="6619155" y="3728050"/>
                  <a:ext cx="66784" cy="105405"/>
                </a:xfrm>
                <a:custGeom>
                  <a:avLst/>
                  <a:gdLst>
                    <a:gd name="connsiteX0" fmla="*/ 45871 w 66784"/>
                    <a:gd name="connsiteY0" fmla="*/ 48659 h 105405"/>
                    <a:gd name="connsiteX1" fmla="*/ 61208 w 66784"/>
                    <a:gd name="connsiteY1" fmla="*/ 57443 h 105405"/>
                    <a:gd name="connsiteX2" fmla="*/ 66785 w 66784"/>
                    <a:gd name="connsiteY2" fmla="*/ 73895 h 105405"/>
                    <a:gd name="connsiteX3" fmla="*/ 56467 w 66784"/>
                    <a:gd name="connsiteY3" fmla="*/ 97179 h 105405"/>
                    <a:gd name="connsiteX4" fmla="*/ 27048 w 66784"/>
                    <a:gd name="connsiteY4" fmla="*/ 105405 h 105405"/>
                    <a:gd name="connsiteX5" fmla="*/ 13942 w 66784"/>
                    <a:gd name="connsiteY5" fmla="*/ 104150 h 105405"/>
                    <a:gd name="connsiteX6" fmla="*/ 0 w 66784"/>
                    <a:gd name="connsiteY6" fmla="*/ 100386 h 105405"/>
                    <a:gd name="connsiteX7" fmla="*/ 0 w 66784"/>
                    <a:gd name="connsiteY7" fmla="*/ 87141 h 105405"/>
                    <a:gd name="connsiteX8" fmla="*/ 12548 w 66784"/>
                    <a:gd name="connsiteY8" fmla="*/ 92160 h 105405"/>
                    <a:gd name="connsiteX9" fmla="*/ 26770 w 66784"/>
                    <a:gd name="connsiteY9" fmla="*/ 93833 h 105405"/>
                    <a:gd name="connsiteX10" fmla="*/ 46429 w 66784"/>
                    <a:gd name="connsiteY10" fmla="*/ 88674 h 105405"/>
                    <a:gd name="connsiteX11" fmla="*/ 53260 w 66784"/>
                    <a:gd name="connsiteY11" fmla="*/ 73895 h 105405"/>
                    <a:gd name="connsiteX12" fmla="*/ 46986 w 66784"/>
                    <a:gd name="connsiteY12" fmla="*/ 59813 h 105405"/>
                    <a:gd name="connsiteX13" fmla="*/ 29419 w 66784"/>
                    <a:gd name="connsiteY13" fmla="*/ 54794 h 105405"/>
                    <a:gd name="connsiteX14" fmla="*/ 17568 w 66784"/>
                    <a:gd name="connsiteY14" fmla="*/ 54794 h 105405"/>
                    <a:gd name="connsiteX15" fmla="*/ 17568 w 66784"/>
                    <a:gd name="connsiteY15" fmla="*/ 43501 h 105405"/>
                    <a:gd name="connsiteX16" fmla="*/ 29976 w 66784"/>
                    <a:gd name="connsiteY16" fmla="*/ 43501 h 105405"/>
                    <a:gd name="connsiteX17" fmla="*/ 45453 w 66784"/>
                    <a:gd name="connsiteY17" fmla="*/ 39457 h 105405"/>
                    <a:gd name="connsiteX18" fmla="*/ 50890 w 66784"/>
                    <a:gd name="connsiteY18" fmla="*/ 27746 h 105405"/>
                    <a:gd name="connsiteX19" fmla="*/ 45313 w 66784"/>
                    <a:gd name="connsiteY19" fmla="*/ 15755 h 105405"/>
                    <a:gd name="connsiteX20" fmla="*/ 29419 w 66784"/>
                    <a:gd name="connsiteY20" fmla="*/ 11572 h 105405"/>
                    <a:gd name="connsiteX21" fmla="*/ 17289 w 66784"/>
                    <a:gd name="connsiteY21" fmla="*/ 12827 h 105405"/>
                    <a:gd name="connsiteX22" fmla="*/ 3067 w 66784"/>
                    <a:gd name="connsiteY22" fmla="*/ 16592 h 105405"/>
                    <a:gd name="connsiteX23" fmla="*/ 3067 w 66784"/>
                    <a:gd name="connsiteY23" fmla="*/ 4322 h 105405"/>
                    <a:gd name="connsiteX24" fmla="*/ 17707 w 66784"/>
                    <a:gd name="connsiteY24" fmla="*/ 1115 h 105405"/>
                    <a:gd name="connsiteX25" fmla="*/ 30673 w 66784"/>
                    <a:gd name="connsiteY25" fmla="*/ 0 h 105405"/>
                    <a:gd name="connsiteX26" fmla="*/ 55491 w 66784"/>
                    <a:gd name="connsiteY26" fmla="*/ 7111 h 105405"/>
                    <a:gd name="connsiteX27" fmla="*/ 64554 w 66784"/>
                    <a:gd name="connsiteY27" fmla="*/ 26351 h 105405"/>
                    <a:gd name="connsiteX28" fmla="*/ 59674 w 66784"/>
                    <a:gd name="connsiteY28" fmla="*/ 40573 h 105405"/>
                    <a:gd name="connsiteX29" fmla="*/ 45871 w 66784"/>
                    <a:gd name="connsiteY29" fmla="*/ 48659 h 105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66784" h="105405">
                      <a:moveTo>
                        <a:pt x="45871" y="48659"/>
                      </a:moveTo>
                      <a:cubicBezTo>
                        <a:pt x="52424" y="50054"/>
                        <a:pt x="57583" y="52982"/>
                        <a:pt x="61208" y="57443"/>
                      </a:cubicBezTo>
                      <a:cubicBezTo>
                        <a:pt x="64972" y="61905"/>
                        <a:pt x="66785" y="67342"/>
                        <a:pt x="66785" y="73895"/>
                      </a:cubicBezTo>
                      <a:cubicBezTo>
                        <a:pt x="66785" y="83934"/>
                        <a:pt x="63299" y="91742"/>
                        <a:pt x="56467" y="97179"/>
                      </a:cubicBezTo>
                      <a:cubicBezTo>
                        <a:pt x="49635" y="102617"/>
                        <a:pt x="39736" y="105405"/>
                        <a:pt x="27048" y="105405"/>
                      </a:cubicBezTo>
                      <a:cubicBezTo>
                        <a:pt x="22726" y="105405"/>
                        <a:pt x="18404" y="104987"/>
                        <a:pt x="13942" y="104150"/>
                      </a:cubicBezTo>
                      <a:cubicBezTo>
                        <a:pt x="9481" y="103314"/>
                        <a:pt x="4740" y="102059"/>
                        <a:pt x="0" y="100386"/>
                      </a:cubicBezTo>
                      <a:lnTo>
                        <a:pt x="0" y="87141"/>
                      </a:lnTo>
                      <a:cubicBezTo>
                        <a:pt x="3764" y="89371"/>
                        <a:pt x="7947" y="91044"/>
                        <a:pt x="12548" y="92160"/>
                      </a:cubicBezTo>
                      <a:cubicBezTo>
                        <a:pt x="17149" y="93275"/>
                        <a:pt x="21890" y="93833"/>
                        <a:pt x="26770" y="93833"/>
                      </a:cubicBezTo>
                      <a:cubicBezTo>
                        <a:pt x="35414" y="93833"/>
                        <a:pt x="41967" y="92160"/>
                        <a:pt x="46429" y="88674"/>
                      </a:cubicBezTo>
                      <a:cubicBezTo>
                        <a:pt x="50890" y="85189"/>
                        <a:pt x="53260" y="80309"/>
                        <a:pt x="53260" y="73895"/>
                      </a:cubicBezTo>
                      <a:cubicBezTo>
                        <a:pt x="53260" y="67900"/>
                        <a:pt x="51169" y="63159"/>
                        <a:pt x="46986" y="59813"/>
                      </a:cubicBezTo>
                      <a:cubicBezTo>
                        <a:pt x="42803" y="56467"/>
                        <a:pt x="36948" y="54794"/>
                        <a:pt x="29419" y="54794"/>
                      </a:cubicBezTo>
                      <a:lnTo>
                        <a:pt x="17568" y="54794"/>
                      </a:lnTo>
                      <a:lnTo>
                        <a:pt x="17568" y="43501"/>
                      </a:lnTo>
                      <a:lnTo>
                        <a:pt x="29976" y="43501"/>
                      </a:lnTo>
                      <a:cubicBezTo>
                        <a:pt x="36669" y="43501"/>
                        <a:pt x="41967" y="42106"/>
                        <a:pt x="45453" y="39457"/>
                      </a:cubicBezTo>
                      <a:cubicBezTo>
                        <a:pt x="48938" y="36808"/>
                        <a:pt x="50890" y="32904"/>
                        <a:pt x="50890" y="27746"/>
                      </a:cubicBezTo>
                      <a:cubicBezTo>
                        <a:pt x="50890" y="22587"/>
                        <a:pt x="49078" y="18544"/>
                        <a:pt x="45313" y="15755"/>
                      </a:cubicBezTo>
                      <a:cubicBezTo>
                        <a:pt x="41688" y="12967"/>
                        <a:pt x="36390" y="11572"/>
                        <a:pt x="29419" y="11572"/>
                      </a:cubicBezTo>
                      <a:cubicBezTo>
                        <a:pt x="25654" y="11572"/>
                        <a:pt x="21611" y="11991"/>
                        <a:pt x="17289" y="12827"/>
                      </a:cubicBezTo>
                      <a:cubicBezTo>
                        <a:pt x="12967" y="13664"/>
                        <a:pt x="8226" y="14919"/>
                        <a:pt x="3067" y="16592"/>
                      </a:cubicBezTo>
                      <a:lnTo>
                        <a:pt x="3067" y="4322"/>
                      </a:lnTo>
                      <a:cubicBezTo>
                        <a:pt x="8366" y="2928"/>
                        <a:pt x="13245" y="1813"/>
                        <a:pt x="17707" y="1115"/>
                      </a:cubicBezTo>
                      <a:cubicBezTo>
                        <a:pt x="22169" y="418"/>
                        <a:pt x="26630" y="0"/>
                        <a:pt x="30673" y="0"/>
                      </a:cubicBezTo>
                      <a:cubicBezTo>
                        <a:pt x="41130" y="0"/>
                        <a:pt x="49356" y="2370"/>
                        <a:pt x="55491" y="7111"/>
                      </a:cubicBezTo>
                      <a:cubicBezTo>
                        <a:pt x="61626" y="11851"/>
                        <a:pt x="64554" y="18265"/>
                        <a:pt x="64554" y="26351"/>
                      </a:cubicBezTo>
                      <a:cubicBezTo>
                        <a:pt x="64554" y="31928"/>
                        <a:pt x="62881" y="36808"/>
                        <a:pt x="59674" y="40573"/>
                      </a:cubicBezTo>
                      <a:cubicBezTo>
                        <a:pt x="56467" y="44337"/>
                        <a:pt x="51866" y="47126"/>
                        <a:pt x="45871" y="486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143" name="Forme libre : forme 142">
                  <a:extLst>
                    <a:ext uri="{FF2B5EF4-FFF2-40B4-BE49-F238E27FC236}">
                      <a16:creationId xmlns:a16="http://schemas.microsoft.com/office/drawing/2014/main" id="{8DAB4707-CF94-5F61-45D6-F101BDE08E2D}"/>
                    </a:ext>
                  </a:extLst>
                </p:cNvPr>
                <p:cNvSpPr/>
                <p:nvPr/>
              </p:nvSpPr>
              <p:spPr>
                <a:xfrm>
                  <a:off x="6706296" y="3728050"/>
                  <a:ext cx="70270" cy="105405"/>
                </a:xfrm>
                <a:custGeom>
                  <a:avLst/>
                  <a:gdLst>
                    <a:gd name="connsiteX0" fmla="*/ 35135 w 70270"/>
                    <a:gd name="connsiteY0" fmla="*/ 10875 h 105405"/>
                    <a:gd name="connsiteX1" fmla="*/ 19101 w 70270"/>
                    <a:gd name="connsiteY1" fmla="*/ 21332 h 105405"/>
                    <a:gd name="connsiteX2" fmla="*/ 13803 w 70270"/>
                    <a:gd name="connsiteY2" fmla="*/ 52703 h 105405"/>
                    <a:gd name="connsiteX3" fmla="*/ 19101 w 70270"/>
                    <a:gd name="connsiteY3" fmla="*/ 84073 h 105405"/>
                    <a:gd name="connsiteX4" fmla="*/ 35135 w 70270"/>
                    <a:gd name="connsiteY4" fmla="*/ 94530 h 105405"/>
                    <a:gd name="connsiteX5" fmla="*/ 51169 w 70270"/>
                    <a:gd name="connsiteY5" fmla="*/ 84073 h 105405"/>
                    <a:gd name="connsiteX6" fmla="*/ 56467 w 70270"/>
                    <a:gd name="connsiteY6" fmla="*/ 52703 h 105405"/>
                    <a:gd name="connsiteX7" fmla="*/ 51169 w 70270"/>
                    <a:gd name="connsiteY7" fmla="*/ 21332 h 105405"/>
                    <a:gd name="connsiteX8" fmla="*/ 35135 w 70270"/>
                    <a:gd name="connsiteY8" fmla="*/ 10875 h 105405"/>
                    <a:gd name="connsiteX9" fmla="*/ 35135 w 70270"/>
                    <a:gd name="connsiteY9" fmla="*/ 0 h 105405"/>
                    <a:gd name="connsiteX10" fmla="*/ 61208 w 70270"/>
                    <a:gd name="connsiteY10" fmla="*/ 13524 h 105405"/>
                    <a:gd name="connsiteX11" fmla="*/ 70270 w 70270"/>
                    <a:gd name="connsiteY11" fmla="*/ 52703 h 105405"/>
                    <a:gd name="connsiteX12" fmla="*/ 61208 w 70270"/>
                    <a:gd name="connsiteY12" fmla="*/ 91881 h 105405"/>
                    <a:gd name="connsiteX13" fmla="*/ 35135 w 70270"/>
                    <a:gd name="connsiteY13" fmla="*/ 105405 h 105405"/>
                    <a:gd name="connsiteX14" fmla="*/ 9063 w 70270"/>
                    <a:gd name="connsiteY14" fmla="*/ 91881 h 105405"/>
                    <a:gd name="connsiteX15" fmla="*/ 0 w 70270"/>
                    <a:gd name="connsiteY15" fmla="*/ 52703 h 105405"/>
                    <a:gd name="connsiteX16" fmla="*/ 9063 w 70270"/>
                    <a:gd name="connsiteY16" fmla="*/ 13524 h 105405"/>
                    <a:gd name="connsiteX17" fmla="*/ 35135 w 70270"/>
                    <a:gd name="connsiteY17" fmla="*/ 0 h 105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270" h="105405">
                      <a:moveTo>
                        <a:pt x="35135" y="10875"/>
                      </a:moveTo>
                      <a:cubicBezTo>
                        <a:pt x="28024" y="10875"/>
                        <a:pt x="22726" y="14361"/>
                        <a:pt x="19101" y="21332"/>
                      </a:cubicBezTo>
                      <a:cubicBezTo>
                        <a:pt x="15476" y="28303"/>
                        <a:pt x="13803" y="38760"/>
                        <a:pt x="13803" y="52703"/>
                      </a:cubicBezTo>
                      <a:cubicBezTo>
                        <a:pt x="13803" y="66645"/>
                        <a:pt x="15616" y="77102"/>
                        <a:pt x="19101" y="84073"/>
                      </a:cubicBezTo>
                      <a:cubicBezTo>
                        <a:pt x="22726" y="91044"/>
                        <a:pt x="28024" y="94530"/>
                        <a:pt x="35135" y="94530"/>
                      </a:cubicBezTo>
                      <a:cubicBezTo>
                        <a:pt x="42246" y="94530"/>
                        <a:pt x="47544" y="91044"/>
                        <a:pt x="51169" y="84073"/>
                      </a:cubicBezTo>
                      <a:cubicBezTo>
                        <a:pt x="54794" y="77102"/>
                        <a:pt x="56467" y="66645"/>
                        <a:pt x="56467" y="52703"/>
                      </a:cubicBezTo>
                      <a:cubicBezTo>
                        <a:pt x="56467" y="38760"/>
                        <a:pt x="54655" y="28303"/>
                        <a:pt x="51169" y="21332"/>
                      </a:cubicBezTo>
                      <a:cubicBezTo>
                        <a:pt x="47544" y="14361"/>
                        <a:pt x="42246" y="10875"/>
                        <a:pt x="35135" y="10875"/>
                      </a:cubicBezTo>
                      <a:close/>
                      <a:moveTo>
                        <a:pt x="35135" y="0"/>
                      </a:moveTo>
                      <a:cubicBezTo>
                        <a:pt x="46568" y="0"/>
                        <a:pt x="55212" y="4462"/>
                        <a:pt x="61208" y="13524"/>
                      </a:cubicBezTo>
                      <a:cubicBezTo>
                        <a:pt x="67203" y="22587"/>
                        <a:pt x="70270" y="35553"/>
                        <a:pt x="70270" y="52703"/>
                      </a:cubicBezTo>
                      <a:cubicBezTo>
                        <a:pt x="70270" y="69852"/>
                        <a:pt x="67203" y="82818"/>
                        <a:pt x="61208" y="91881"/>
                      </a:cubicBezTo>
                      <a:cubicBezTo>
                        <a:pt x="55212" y="100944"/>
                        <a:pt x="46429" y="105405"/>
                        <a:pt x="35135" y="105405"/>
                      </a:cubicBezTo>
                      <a:cubicBezTo>
                        <a:pt x="23842" y="105405"/>
                        <a:pt x="15058" y="100944"/>
                        <a:pt x="9063" y="91881"/>
                      </a:cubicBezTo>
                      <a:cubicBezTo>
                        <a:pt x="3067" y="82818"/>
                        <a:pt x="0" y="69852"/>
                        <a:pt x="0" y="52703"/>
                      </a:cubicBezTo>
                      <a:cubicBezTo>
                        <a:pt x="0" y="35553"/>
                        <a:pt x="3067" y="22447"/>
                        <a:pt x="9063" y="13524"/>
                      </a:cubicBezTo>
                      <a:cubicBezTo>
                        <a:pt x="15058" y="4462"/>
                        <a:pt x="23842" y="0"/>
                        <a:pt x="351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44" name="Graphique 2">
              <a:extLst>
                <a:ext uri="{FF2B5EF4-FFF2-40B4-BE49-F238E27FC236}">
                  <a16:creationId xmlns:a16="http://schemas.microsoft.com/office/drawing/2014/main" id="{57446256-78FE-F2F8-0620-33A490672B4B}"/>
                </a:ext>
              </a:extLst>
            </p:cNvPr>
            <p:cNvGrpSpPr/>
            <p:nvPr/>
          </p:nvGrpSpPr>
          <p:grpSpPr>
            <a:xfrm>
              <a:off x="6615251" y="3280356"/>
              <a:ext cx="541371" cy="206312"/>
              <a:chOff x="6615251" y="3280356"/>
              <a:chExt cx="541371" cy="206312"/>
            </a:xfrm>
            <a:solidFill>
              <a:srgbClr val="000000"/>
            </a:solidFill>
          </p:grpSpPr>
          <p:sp>
            <p:nvSpPr>
              <p:cNvPr id="145" name="Forme libre : forme 144">
                <a:extLst>
                  <a:ext uri="{FF2B5EF4-FFF2-40B4-BE49-F238E27FC236}">
                    <a16:creationId xmlns:a16="http://schemas.microsoft.com/office/drawing/2014/main" id="{BB868D6B-97BD-2E8C-E07A-CAA820964658}"/>
                  </a:ext>
                </a:extLst>
              </p:cNvPr>
              <p:cNvSpPr/>
              <p:nvPr/>
            </p:nvSpPr>
            <p:spPr>
              <a:xfrm>
                <a:off x="6834567" y="3330828"/>
                <a:ext cx="48798" cy="13942"/>
              </a:xfrm>
              <a:custGeom>
                <a:avLst/>
                <a:gdLst>
                  <a:gd name="connsiteX0" fmla="*/ 48799 w 48798"/>
                  <a:gd name="connsiteY0" fmla="*/ 0 h 13942"/>
                  <a:gd name="connsiteX1" fmla="*/ 0 w 48798"/>
                  <a:gd name="connsiteY1" fmla="*/ 0 h 1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98" h="13942">
                    <a:moveTo>
                      <a:pt x="4879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551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146" name="Graphique 2">
                <a:extLst>
                  <a:ext uri="{FF2B5EF4-FFF2-40B4-BE49-F238E27FC236}">
                    <a16:creationId xmlns:a16="http://schemas.microsoft.com/office/drawing/2014/main" id="{7E467927-0D17-B6BD-0C02-315134195F0A}"/>
                  </a:ext>
                </a:extLst>
              </p:cNvPr>
              <p:cNvGrpSpPr/>
              <p:nvPr/>
            </p:nvGrpSpPr>
            <p:grpSpPr>
              <a:xfrm>
                <a:off x="6615251" y="3280356"/>
                <a:ext cx="325722" cy="206312"/>
                <a:chOff x="6615251" y="3280356"/>
                <a:chExt cx="325722" cy="206312"/>
              </a:xfrm>
              <a:solidFill>
                <a:srgbClr val="000000"/>
              </a:solidFill>
            </p:grpSpPr>
            <p:sp>
              <p:nvSpPr>
                <p:cNvPr id="147" name="Forme libre : forme 146">
                  <a:extLst>
                    <a:ext uri="{FF2B5EF4-FFF2-40B4-BE49-F238E27FC236}">
                      <a16:creationId xmlns:a16="http://schemas.microsoft.com/office/drawing/2014/main" id="{5FB0FA8E-FB3A-D0F6-38F2-794453FDE0B9}"/>
                    </a:ext>
                  </a:extLst>
                </p:cNvPr>
                <p:cNvSpPr/>
                <p:nvPr/>
              </p:nvSpPr>
              <p:spPr>
                <a:xfrm>
                  <a:off x="6615251" y="3282169"/>
                  <a:ext cx="74034" cy="101640"/>
                </a:xfrm>
                <a:custGeom>
                  <a:avLst/>
                  <a:gdLst>
                    <a:gd name="connsiteX0" fmla="*/ 45871 w 74034"/>
                    <a:gd name="connsiteY0" fmla="*/ 11991 h 101640"/>
                    <a:gd name="connsiteX1" fmla="*/ 11154 w 74034"/>
                    <a:gd name="connsiteY1" fmla="*/ 66227 h 101640"/>
                    <a:gd name="connsiteX2" fmla="*/ 45871 w 74034"/>
                    <a:gd name="connsiteY2" fmla="*/ 66227 h 101640"/>
                    <a:gd name="connsiteX3" fmla="*/ 45871 w 74034"/>
                    <a:gd name="connsiteY3" fmla="*/ 11991 h 101640"/>
                    <a:gd name="connsiteX4" fmla="*/ 42246 w 74034"/>
                    <a:gd name="connsiteY4" fmla="*/ 0 h 101640"/>
                    <a:gd name="connsiteX5" fmla="*/ 59534 w 74034"/>
                    <a:gd name="connsiteY5" fmla="*/ 0 h 101640"/>
                    <a:gd name="connsiteX6" fmla="*/ 59534 w 74034"/>
                    <a:gd name="connsiteY6" fmla="*/ 66227 h 101640"/>
                    <a:gd name="connsiteX7" fmla="*/ 74035 w 74034"/>
                    <a:gd name="connsiteY7" fmla="*/ 66227 h 101640"/>
                    <a:gd name="connsiteX8" fmla="*/ 74035 w 74034"/>
                    <a:gd name="connsiteY8" fmla="*/ 77660 h 101640"/>
                    <a:gd name="connsiteX9" fmla="*/ 59534 w 74034"/>
                    <a:gd name="connsiteY9" fmla="*/ 77660 h 101640"/>
                    <a:gd name="connsiteX10" fmla="*/ 59534 w 74034"/>
                    <a:gd name="connsiteY10" fmla="*/ 101641 h 101640"/>
                    <a:gd name="connsiteX11" fmla="*/ 45871 w 74034"/>
                    <a:gd name="connsiteY11" fmla="*/ 101641 h 101640"/>
                    <a:gd name="connsiteX12" fmla="*/ 45871 w 74034"/>
                    <a:gd name="connsiteY12" fmla="*/ 77660 h 101640"/>
                    <a:gd name="connsiteX13" fmla="*/ 0 w 74034"/>
                    <a:gd name="connsiteY13" fmla="*/ 77660 h 101640"/>
                    <a:gd name="connsiteX14" fmla="*/ 0 w 74034"/>
                    <a:gd name="connsiteY14" fmla="*/ 64414 h 101640"/>
                    <a:gd name="connsiteX15" fmla="*/ 42246 w 74034"/>
                    <a:gd name="connsiteY15" fmla="*/ 0 h 10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74034" h="101640">
                      <a:moveTo>
                        <a:pt x="45871" y="11991"/>
                      </a:moveTo>
                      <a:lnTo>
                        <a:pt x="11154" y="66227"/>
                      </a:lnTo>
                      <a:lnTo>
                        <a:pt x="45871" y="66227"/>
                      </a:lnTo>
                      <a:lnTo>
                        <a:pt x="45871" y="11991"/>
                      </a:lnTo>
                      <a:close/>
                      <a:moveTo>
                        <a:pt x="42246" y="0"/>
                      </a:moveTo>
                      <a:lnTo>
                        <a:pt x="59534" y="0"/>
                      </a:lnTo>
                      <a:lnTo>
                        <a:pt x="59534" y="66227"/>
                      </a:lnTo>
                      <a:lnTo>
                        <a:pt x="74035" y="66227"/>
                      </a:lnTo>
                      <a:lnTo>
                        <a:pt x="74035" y="77660"/>
                      </a:lnTo>
                      <a:lnTo>
                        <a:pt x="59534" y="77660"/>
                      </a:lnTo>
                      <a:lnTo>
                        <a:pt x="59534" y="101641"/>
                      </a:lnTo>
                      <a:lnTo>
                        <a:pt x="45871" y="101641"/>
                      </a:lnTo>
                      <a:lnTo>
                        <a:pt x="45871" y="77660"/>
                      </a:lnTo>
                      <a:lnTo>
                        <a:pt x="0" y="77660"/>
                      </a:lnTo>
                      <a:lnTo>
                        <a:pt x="0" y="64414"/>
                      </a:lnTo>
                      <a:lnTo>
                        <a:pt x="422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148" name="Forme libre : forme 147">
                  <a:extLst>
                    <a:ext uri="{FF2B5EF4-FFF2-40B4-BE49-F238E27FC236}">
                      <a16:creationId xmlns:a16="http://schemas.microsoft.com/office/drawing/2014/main" id="{A7862614-3992-FE67-BE90-5C838F3A5B61}"/>
                    </a:ext>
                  </a:extLst>
                </p:cNvPr>
                <p:cNvSpPr/>
                <p:nvPr/>
              </p:nvSpPr>
              <p:spPr>
                <a:xfrm>
                  <a:off x="6706296" y="3280356"/>
                  <a:ext cx="70270" cy="105405"/>
                </a:xfrm>
                <a:custGeom>
                  <a:avLst/>
                  <a:gdLst>
                    <a:gd name="connsiteX0" fmla="*/ 35135 w 70270"/>
                    <a:gd name="connsiteY0" fmla="*/ 10875 h 105405"/>
                    <a:gd name="connsiteX1" fmla="*/ 19101 w 70270"/>
                    <a:gd name="connsiteY1" fmla="*/ 21332 h 105405"/>
                    <a:gd name="connsiteX2" fmla="*/ 13803 w 70270"/>
                    <a:gd name="connsiteY2" fmla="*/ 52703 h 105405"/>
                    <a:gd name="connsiteX3" fmla="*/ 19101 w 70270"/>
                    <a:gd name="connsiteY3" fmla="*/ 84073 h 105405"/>
                    <a:gd name="connsiteX4" fmla="*/ 35135 w 70270"/>
                    <a:gd name="connsiteY4" fmla="*/ 94530 h 105405"/>
                    <a:gd name="connsiteX5" fmla="*/ 51169 w 70270"/>
                    <a:gd name="connsiteY5" fmla="*/ 84073 h 105405"/>
                    <a:gd name="connsiteX6" fmla="*/ 56467 w 70270"/>
                    <a:gd name="connsiteY6" fmla="*/ 52703 h 105405"/>
                    <a:gd name="connsiteX7" fmla="*/ 51169 w 70270"/>
                    <a:gd name="connsiteY7" fmla="*/ 21332 h 105405"/>
                    <a:gd name="connsiteX8" fmla="*/ 35135 w 70270"/>
                    <a:gd name="connsiteY8" fmla="*/ 10875 h 105405"/>
                    <a:gd name="connsiteX9" fmla="*/ 35135 w 70270"/>
                    <a:gd name="connsiteY9" fmla="*/ 0 h 105405"/>
                    <a:gd name="connsiteX10" fmla="*/ 61208 w 70270"/>
                    <a:gd name="connsiteY10" fmla="*/ 13524 h 105405"/>
                    <a:gd name="connsiteX11" fmla="*/ 70270 w 70270"/>
                    <a:gd name="connsiteY11" fmla="*/ 52703 h 105405"/>
                    <a:gd name="connsiteX12" fmla="*/ 61208 w 70270"/>
                    <a:gd name="connsiteY12" fmla="*/ 91881 h 105405"/>
                    <a:gd name="connsiteX13" fmla="*/ 35135 w 70270"/>
                    <a:gd name="connsiteY13" fmla="*/ 105405 h 105405"/>
                    <a:gd name="connsiteX14" fmla="*/ 9063 w 70270"/>
                    <a:gd name="connsiteY14" fmla="*/ 91881 h 105405"/>
                    <a:gd name="connsiteX15" fmla="*/ 0 w 70270"/>
                    <a:gd name="connsiteY15" fmla="*/ 52703 h 105405"/>
                    <a:gd name="connsiteX16" fmla="*/ 9063 w 70270"/>
                    <a:gd name="connsiteY16" fmla="*/ 13524 h 105405"/>
                    <a:gd name="connsiteX17" fmla="*/ 35135 w 70270"/>
                    <a:gd name="connsiteY17" fmla="*/ 0 h 105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270" h="105405">
                      <a:moveTo>
                        <a:pt x="35135" y="10875"/>
                      </a:moveTo>
                      <a:cubicBezTo>
                        <a:pt x="28024" y="10875"/>
                        <a:pt x="22726" y="14361"/>
                        <a:pt x="19101" y="21332"/>
                      </a:cubicBezTo>
                      <a:cubicBezTo>
                        <a:pt x="15476" y="28303"/>
                        <a:pt x="13803" y="38760"/>
                        <a:pt x="13803" y="52703"/>
                      </a:cubicBezTo>
                      <a:cubicBezTo>
                        <a:pt x="13803" y="66645"/>
                        <a:pt x="15616" y="77102"/>
                        <a:pt x="19101" y="84073"/>
                      </a:cubicBezTo>
                      <a:cubicBezTo>
                        <a:pt x="22726" y="91044"/>
                        <a:pt x="28024" y="94530"/>
                        <a:pt x="35135" y="94530"/>
                      </a:cubicBezTo>
                      <a:cubicBezTo>
                        <a:pt x="42246" y="94530"/>
                        <a:pt x="47544" y="91044"/>
                        <a:pt x="51169" y="84073"/>
                      </a:cubicBezTo>
                      <a:cubicBezTo>
                        <a:pt x="54794" y="77102"/>
                        <a:pt x="56467" y="66645"/>
                        <a:pt x="56467" y="52703"/>
                      </a:cubicBezTo>
                      <a:cubicBezTo>
                        <a:pt x="56467" y="38760"/>
                        <a:pt x="54655" y="28303"/>
                        <a:pt x="51169" y="21332"/>
                      </a:cubicBezTo>
                      <a:cubicBezTo>
                        <a:pt x="47544" y="14361"/>
                        <a:pt x="42246" y="10875"/>
                        <a:pt x="35135" y="10875"/>
                      </a:cubicBezTo>
                      <a:close/>
                      <a:moveTo>
                        <a:pt x="35135" y="0"/>
                      </a:moveTo>
                      <a:cubicBezTo>
                        <a:pt x="46568" y="0"/>
                        <a:pt x="55212" y="4462"/>
                        <a:pt x="61208" y="13524"/>
                      </a:cubicBezTo>
                      <a:cubicBezTo>
                        <a:pt x="67203" y="22587"/>
                        <a:pt x="70270" y="35553"/>
                        <a:pt x="70270" y="52703"/>
                      </a:cubicBezTo>
                      <a:cubicBezTo>
                        <a:pt x="70270" y="69852"/>
                        <a:pt x="67203" y="82818"/>
                        <a:pt x="61208" y="91881"/>
                      </a:cubicBezTo>
                      <a:cubicBezTo>
                        <a:pt x="55212" y="100944"/>
                        <a:pt x="46429" y="105405"/>
                        <a:pt x="35135" y="105405"/>
                      </a:cubicBezTo>
                      <a:cubicBezTo>
                        <a:pt x="23842" y="105405"/>
                        <a:pt x="15058" y="100944"/>
                        <a:pt x="9063" y="91881"/>
                      </a:cubicBezTo>
                      <a:cubicBezTo>
                        <a:pt x="3067" y="82818"/>
                        <a:pt x="0" y="69852"/>
                        <a:pt x="0" y="52703"/>
                      </a:cubicBezTo>
                      <a:cubicBezTo>
                        <a:pt x="0" y="35553"/>
                        <a:pt x="3067" y="22447"/>
                        <a:pt x="9063" y="13524"/>
                      </a:cubicBezTo>
                      <a:cubicBezTo>
                        <a:pt x="15058" y="4462"/>
                        <a:pt x="23842" y="0"/>
                        <a:pt x="351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49" name="Graphique 2">
              <a:extLst>
                <a:ext uri="{FF2B5EF4-FFF2-40B4-BE49-F238E27FC236}">
                  <a16:creationId xmlns:a16="http://schemas.microsoft.com/office/drawing/2014/main" id="{9037C0A4-C37B-04DF-FCA8-7E22A0C53519}"/>
                </a:ext>
              </a:extLst>
            </p:cNvPr>
            <p:cNvGrpSpPr/>
            <p:nvPr/>
          </p:nvGrpSpPr>
          <p:grpSpPr>
            <a:xfrm>
              <a:off x="6619016" y="2832662"/>
              <a:ext cx="533768" cy="206312"/>
              <a:chOff x="6619016" y="2832662"/>
              <a:chExt cx="533768" cy="206312"/>
            </a:xfrm>
            <a:solidFill>
              <a:srgbClr val="000000"/>
            </a:solidFill>
          </p:grpSpPr>
          <p:sp>
            <p:nvSpPr>
              <p:cNvPr id="150" name="Forme libre : forme 149">
                <a:extLst>
                  <a:ext uri="{FF2B5EF4-FFF2-40B4-BE49-F238E27FC236}">
                    <a16:creationId xmlns:a16="http://schemas.microsoft.com/office/drawing/2014/main" id="{7A230864-DFA8-E40C-BFCA-B0D04670EE5C}"/>
                  </a:ext>
                </a:extLst>
              </p:cNvPr>
              <p:cNvSpPr/>
              <p:nvPr/>
            </p:nvSpPr>
            <p:spPr>
              <a:xfrm>
                <a:off x="6834567" y="2883274"/>
                <a:ext cx="48798" cy="13942"/>
              </a:xfrm>
              <a:custGeom>
                <a:avLst/>
                <a:gdLst>
                  <a:gd name="connsiteX0" fmla="*/ 48799 w 48798"/>
                  <a:gd name="connsiteY0" fmla="*/ 0 h 13942"/>
                  <a:gd name="connsiteX1" fmla="*/ 0 w 48798"/>
                  <a:gd name="connsiteY1" fmla="*/ 0 h 1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98" h="13942">
                    <a:moveTo>
                      <a:pt x="4879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551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151" name="Graphique 2">
                <a:extLst>
                  <a:ext uri="{FF2B5EF4-FFF2-40B4-BE49-F238E27FC236}">
                    <a16:creationId xmlns:a16="http://schemas.microsoft.com/office/drawing/2014/main" id="{080574D2-1135-75AA-81BB-34D875834687}"/>
                  </a:ext>
                </a:extLst>
              </p:cNvPr>
              <p:cNvGrpSpPr/>
              <p:nvPr/>
            </p:nvGrpSpPr>
            <p:grpSpPr>
              <a:xfrm>
                <a:off x="6619016" y="2832662"/>
                <a:ext cx="318122" cy="206312"/>
                <a:chOff x="6619016" y="2832662"/>
                <a:chExt cx="318122" cy="206312"/>
              </a:xfrm>
              <a:solidFill>
                <a:srgbClr val="000000"/>
              </a:solidFill>
            </p:grpSpPr>
            <p:sp>
              <p:nvSpPr>
                <p:cNvPr id="152" name="Forme libre : forme 151">
                  <a:extLst>
                    <a:ext uri="{FF2B5EF4-FFF2-40B4-BE49-F238E27FC236}">
                      <a16:creationId xmlns:a16="http://schemas.microsoft.com/office/drawing/2014/main" id="{E7CE50DF-3F0B-DD8A-7726-5F9427A2CEBA}"/>
                    </a:ext>
                  </a:extLst>
                </p:cNvPr>
                <p:cNvSpPr/>
                <p:nvPr/>
              </p:nvSpPr>
              <p:spPr>
                <a:xfrm>
                  <a:off x="6619016" y="2834475"/>
                  <a:ext cx="65808" cy="103592"/>
                </a:xfrm>
                <a:custGeom>
                  <a:avLst/>
                  <a:gdLst>
                    <a:gd name="connsiteX0" fmla="*/ 4462 w 65808"/>
                    <a:gd name="connsiteY0" fmla="*/ 0 h 103592"/>
                    <a:gd name="connsiteX1" fmla="*/ 58419 w 65808"/>
                    <a:gd name="connsiteY1" fmla="*/ 0 h 103592"/>
                    <a:gd name="connsiteX2" fmla="*/ 58419 w 65808"/>
                    <a:gd name="connsiteY2" fmla="*/ 11572 h 103592"/>
                    <a:gd name="connsiteX3" fmla="*/ 17010 w 65808"/>
                    <a:gd name="connsiteY3" fmla="*/ 11572 h 103592"/>
                    <a:gd name="connsiteX4" fmla="*/ 17010 w 65808"/>
                    <a:gd name="connsiteY4" fmla="*/ 36529 h 103592"/>
                    <a:gd name="connsiteX5" fmla="*/ 23005 w 65808"/>
                    <a:gd name="connsiteY5" fmla="*/ 34996 h 103592"/>
                    <a:gd name="connsiteX6" fmla="*/ 29000 w 65808"/>
                    <a:gd name="connsiteY6" fmla="*/ 34438 h 103592"/>
                    <a:gd name="connsiteX7" fmla="*/ 55909 w 65808"/>
                    <a:gd name="connsiteY7" fmla="*/ 43779 h 103592"/>
                    <a:gd name="connsiteX8" fmla="*/ 65809 w 65808"/>
                    <a:gd name="connsiteY8" fmla="*/ 69015 h 103592"/>
                    <a:gd name="connsiteX9" fmla="*/ 55631 w 65808"/>
                    <a:gd name="connsiteY9" fmla="*/ 94530 h 103592"/>
                    <a:gd name="connsiteX10" fmla="*/ 26770 w 65808"/>
                    <a:gd name="connsiteY10" fmla="*/ 103593 h 103592"/>
                    <a:gd name="connsiteX11" fmla="*/ 13664 w 65808"/>
                    <a:gd name="connsiteY11" fmla="*/ 102477 h 103592"/>
                    <a:gd name="connsiteX12" fmla="*/ 0 w 65808"/>
                    <a:gd name="connsiteY12" fmla="*/ 99271 h 103592"/>
                    <a:gd name="connsiteX13" fmla="*/ 0 w 65808"/>
                    <a:gd name="connsiteY13" fmla="*/ 85468 h 103592"/>
                    <a:gd name="connsiteX14" fmla="*/ 12688 w 65808"/>
                    <a:gd name="connsiteY14" fmla="*/ 90487 h 103592"/>
                    <a:gd name="connsiteX15" fmla="*/ 26491 w 65808"/>
                    <a:gd name="connsiteY15" fmla="*/ 92160 h 103592"/>
                    <a:gd name="connsiteX16" fmla="*/ 45174 w 65808"/>
                    <a:gd name="connsiteY16" fmla="*/ 86025 h 103592"/>
                    <a:gd name="connsiteX17" fmla="*/ 52006 w 65808"/>
                    <a:gd name="connsiteY17" fmla="*/ 69155 h 103592"/>
                    <a:gd name="connsiteX18" fmla="*/ 45174 w 65808"/>
                    <a:gd name="connsiteY18" fmla="*/ 52424 h 103592"/>
                    <a:gd name="connsiteX19" fmla="*/ 26491 w 65808"/>
                    <a:gd name="connsiteY19" fmla="*/ 46150 h 103592"/>
                    <a:gd name="connsiteX20" fmla="*/ 15476 w 65808"/>
                    <a:gd name="connsiteY20" fmla="*/ 47405 h 103592"/>
                    <a:gd name="connsiteX21" fmla="*/ 4322 w 65808"/>
                    <a:gd name="connsiteY21" fmla="*/ 51169 h 103592"/>
                    <a:gd name="connsiteX22" fmla="*/ 4322 w 65808"/>
                    <a:gd name="connsiteY22" fmla="*/ 139 h 103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65808" h="103592">
                      <a:moveTo>
                        <a:pt x="4462" y="0"/>
                      </a:moveTo>
                      <a:lnTo>
                        <a:pt x="58419" y="0"/>
                      </a:lnTo>
                      <a:lnTo>
                        <a:pt x="58419" y="11572"/>
                      </a:lnTo>
                      <a:lnTo>
                        <a:pt x="17010" y="11572"/>
                      </a:lnTo>
                      <a:lnTo>
                        <a:pt x="17010" y="36529"/>
                      </a:lnTo>
                      <a:cubicBezTo>
                        <a:pt x="18962" y="35832"/>
                        <a:pt x="21053" y="35275"/>
                        <a:pt x="23005" y="34996"/>
                      </a:cubicBezTo>
                      <a:cubicBezTo>
                        <a:pt x="24957" y="34717"/>
                        <a:pt x="27048" y="34438"/>
                        <a:pt x="29000" y="34438"/>
                      </a:cubicBezTo>
                      <a:cubicBezTo>
                        <a:pt x="40294" y="34438"/>
                        <a:pt x="49356" y="37505"/>
                        <a:pt x="55909" y="43779"/>
                      </a:cubicBezTo>
                      <a:cubicBezTo>
                        <a:pt x="62602" y="50054"/>
                        <a:pt x="65809" y="58419"/>
                        <a:pt x="65809" y="69015"/>
                      </a:cubicBezTo>
                      <a:cubicBezTo>
                        <a:pt x="65809" y="79612"/>
                        <a:pt x="62462" y="88395"/>
                        <a:pt x="55631" y="94530"/>
                      </a:cubicBezTo>
                      <a:cubicBezTo>
                        <a:pt x="48799" y="100525"/>
                        <a:pt x="39178" y="103593"/>
                        <a:pt x="26770" y="103593"/>
                      </a:cubicBezTo>
                      <a:cubicBezTo>
                        <a:pt x="22447" y="103593"/>
                        <a:pt x="18125" y="103175"/>
                        <a:pt x="13664" y="102477"/>
                      </a:cubicBezTo>
                      <a:cubicBezTo>
                        <a:pt x="9202" y="101780"/>
                        <a:pt x="4740" y="100665"/>
                        <a:pt x="0" y="99271"/>
                      </a:cubicBezTo>
                      <a:lnTo>
                        <a:pt x="0" y="85468"/>
                      </a:lnTo>
                      <a:cubicBezTo>
                        <a:pt x="4043" y="87698"/>
                        <a:pt x="8366" y="89371"/>
                        <a:pt x="12688" y="90487"/>
                      </a:cubicBezTo>
                      <a:cubicBezTo>
                        <a:pt x="17010" y="91602"/>
                        <a:pt x="21611" y="92160"/>
                        <a:pt x="26491" y="92160"/>
                      </a:cubicBezTo>
                      <a:cubicBezTo>
                        <a:pt x="34299" y="92160"/>
                        <a:pt x="40573" y="90069"/>
                        <a:pt x="45174" y="86025"/>
                      </a:cubicBezTo>
                      <a:cubicBezTo>
                        <a:pt x="49775" y="81843"/>
                        <a:pt x="52006" y="76265"/>
                        <a:pt x="52006" y="69155"/>
                      </a:cubicBezTo>
                      <a:cubicBezTo>
                        <a:pt x="52006" y="62044"/>
                        <a:pt x="49775" y="56467"/>
                        <a:pt x="45174" y="52424"/>
                      </a:cubicBezTo>
                      <a:cubicBezTo>
                        <a:pt x="40573" y="48241"/>
                        <a:pt x="34438" y="46150"/>
                        <a:pt x="26491" y="46150"/>
                      </a:cubicBezTo>
                      <a:cubicBezTo>
                        <a:pt x="22866" y="46150"/>
                        <a:pt x="19101" y="46568"/>
                        <a:pt x="15476" y="47405"/>
                      </a:cubicBezTo>
                      <a:cubicBezTo>
                        <a:pt x="11851" y="48241"/>
                        <a:pt x="8087" y="49496"/>
                        <a:pt x="4322" y="51169"/>
                      </a:cubicBezTo>
                      <a:lnTo>
                        <a:pt x="4322" y="1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153" name="Forme libre : forme 152">
                  <a:extLst>
                    <a:ext uri="{FF2B5EF4-FFF2-40B4-BE49-F238E27FC236}">
                      <a16:creationId xmlns:a16="http://schemas.microsoft.com/office/drawing/2014/main" id="{FE60FFAE-BEDB-121B-7029-1484483582D1}"/>
                    </a:ext>
                  </a:extLst>
                </p:cNvPr>
                <p:cNvSpPr/>
                <p:nvPr/>
              </p:nvSpPr>
              <p:spPr>
                <a:xfrm>
                  <a:off x="6706296" y="2832662"/>
                  <a:ext cx="70270" cy="105405"/>
                </a:xfrm>
                <a:custGeom>
                  <a:avLst/>
                  <a:gdLst>
                    <a:gd name="connsiteX0" fmla="*/ 35135 w 70270"/>
                    <a:gd name="connsiteY0" fmla="*/ 10875 h 105405"/>
                    <a:gd name="connsiteX1" fmla="*/ 19101 w 70270"/>
                    <a:gd name="connsiteY1" fmla="*/ 21332 h 105405"/>
                    <a:gd name="connsiteX2" fmla="*/ 13803 w 70270"/>
                    <a:gd name="connsiteY2" fmla="*/ 52703 h 105405"/>
                    <a:gd name="connsiteX3" fmla="*/ 19101 w 70270"/>
                    <a:gd name="connsiteY3" fmla="*/ 84073 h 105405"/>
                    <a:gd name="connsiteX4" fmla="*/ 35135 w 70270"/>
                    <a:gd name="connsiteY4" fmla="*/ 94530 h 105405"/>
                    <a:gd name="connsiteX5" fmla="*/ 51169 w 70270"/>
                    <a:gd name="connsiteY5" fmla="*/ 84073 h 105405"/>
                    <a:gd name="connsiteX6" fmla="*/ 56467 w 70270"/>
                    <a:gd name="connsiteY6" fmla="*/ 52703 h 105405"/>
                    <a:gd name="connsiteX7" fmla="*/ 51169 w 70270"/>
                    <a:gd name="connsiteY7" fmla="*/ 21332 h 105405"/>
                    <a:gd name="connsiteX8" fmla="*/ 35135 w 70270"/>
                    <a:gd name="connsiteY8" fmla="*/ 10875 h 105405"/>
                    <a:gd name="connsiteX9" fmla="*/ 35135 w 70270"/>
                    <a:gd name="connsiteY9" fmla="*/ 0 h 105405"/>
                    <a:gd name="connsiteX10" fmla="*/ 61208 w 70270"/>
                    <a:gd name="connsiteY10" fmla="*/ 13524 h 105405"/>
                    <a:gd name="connsiteX11" fmla="*/ 70270 w 70270"/>
                    <a:gd name="connsiteY11" fmla="*/ 52703 h 105405"/>
                    <a:gd name="connsiteX12" fmla="*/ 61208 w 70270"/>
                    <a:gd name="connsiteY12" fmla="*/ 91881 h 105405"/>
                    <a:gd name="connsiteX13" fmla="*/ 35135 w 70270"/>
                    <a:gd name="connsiteY13" fmla="*/ 105405 h 105405"/>
                    <a:gd name="connsiteX14" fmla="*/ 9063 w 70270"/>
                    <a:gd name="connsiteY14" fmla="*/ 91881 h 105405"/>
                    <a:gd name="connsiteX15" fmla="*/ 0 w 70270"/>
                    <a:gd name="connsiteY15" fmla="*/ 52703 h 105405"/>
                    <a:gd name="connsiteX16" fmla="*/ 9063 w 70270"/>
                    <a:gd name="connsiteY16" fmla="*/ 13524 h 105405"/>
                    <a:gd name="connsiteX17" fmla="*/ 35135 w 70270"/>
                    <a:gd name="connsiteY17" fmla="*/ 0 h 105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270" h="105405">
                      <a:moveTo>
                        <a:pt x="35135" y="10875"/>
                      </a:moveTo>
                      <a:cubicBezTo>
                        <a:pt x="28024" y="10875"/>
                        <a:pt x="22726" y="14361"/>
                        <a:pt x="19101" y="21332"/>
                      </a:cubicBezTo>
                      <a:cubicBezTo>
                        <a:pt x="15476" y="28303"/>
                        <a:pt x="13803" y="38760"/>
                        <a:pt x="13803" y="52703"/>
                      </a:cubicBezTo>
                      <a:cubicBezTo>
                        <a:pt x="13803" y="66645"/>
                        <a:pt x="15616" y="77102"/>
                        <a:pt x="19101" y="84073"/>
                      </a:cubicBezTo>
                      <a:cubicBezTo>
                        <a:pt x="22726" y="91044"/>
                        <a:pt x="28024" y="94530"/>
                        <a:pt x="35135" y="94530"/>
                      </a:cubicBezTo>
                      <a:cubicBezTo>
                        <a:pt x="42246" y="94530"/>
                        <a:pt x="47544" y="91044"/>
                        <a:pt x="51169" y="84073"/>
                      </a:cubicBezTo>
                      <a:cubicBezTo>
                        <a:pt x="54794" y="77102"/>
                        <a:pt x="56467" y="66645"/>
                        <a:pt x="56467" y="52703"/>
                      </a:cubicBezTo>
                      <a:cubicBezTo>
                        <a:pt x="56467" y="38760"/>
                        <a:pt x="54655" y="28303"/>
                        <a:pt x="51169" y="21332"/>
                      </a:cubicBezTo>
                      <a:cubicBezTo>
                        <a:pt x="47544" y="14361"/>
                        <a:pt x="42246" y="10875"/>
                        <a:pt x="35135" y="10875"/>
                      </a:cubicBezTo>
                      <a:close/>
                      <a:moveTo>
                        <a:pt x="35135" y="0"/>
                      </a:moveTo>
                      <a:cubicBezTo>
                        <a:pt x="46568" y="0"/>
                        <a:pt x="55212" y="4462"/>
                        <a:pt x="61208" y="13524"/>
                      </a:cubicBezTo>
                      <a:cubicBezTo>
                        <a:pt x="67203" y="22587"/>
                        <a:pt x="70270" y="35553"/>
                        <a:pt x="70270" y="52703"/>
                      </a:cubicBezTo>
                      <a:cubicBezTo>
                        <a:pt x="70270" y="69852"/>
                        <a:pt x="67203" y="82818"/>
                        <a:pt x="61208" y="91881"/>
                      </a:cubicBezTo>
                      <a:cubicBezTo>
                        <a:pt x="55212" y="100944"/>
                        <a:pt x="46429" y="105405"/>
                        <a:pt x="35135" y="105405"/>
                      </a:cubicBezTo>
                      <a:cubicBezTo>
                        <a:pt x="23842" y="105405"/>
                        <a:pt x="15058" y="100944"/>
                        <a:pt x="9063" y="91881"/>
                      </a:cubicBezTo>
                      <a:cubicBezTo>
                        <a:pt x="3067" y="82818"/>
                        <a:pt x="0" y="69852"/>
                        <a:pt x="0" y="52703"/>
                      </a:cubicBezTo>
                      <a:cubicBezTo>
                        <a:pt x="0" y="35553"/>
                        <a:pt x="3067" y="22447"/>
                        <a:pt x="9063" y="13524"/>
                      </a:cubicBezTo>
                      <a:cubicBezTo>
                        <a:pt x="15058" y="4462"/>
                        <a:pt x="23842" y="0"/>
                        <a:pt x="351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54" name="Graphique 2">
              <a:extLst>
                <a:ext uri="{FF2B5EF4-FFF2-40B4-BE49-F238E27FC236}">
                  <a16:creationId xmlns:a16="http://schemas.microsoft.com/office/drawing/2014/main" id="{ADE40666-CBFF-7F8F-19E8-89E65CF3EB71}"/>
                </a:ext>
              </a:extLst>
            </p:cNvPr>
            <p:cNvGrpSpPr/>
            <p:nvPr/>
          </p:nvGrpSpPr>
          <p:grpSpPr>
            <a:xfrm>
              <a:off x="6618319" y="2384969"/>
              <a:ext cx="535176" cy="206584"/>
              <a:chOff x="6618319" y="2384969"/>
              <a:chExt cx="535176" cy="206584"/>
            </a:xfrm>
            <a:solidFill>
              <a:srgbClr val="000000"/>
            </a:solidFill>
          </p:grpSpPr>
          <p:sp>
            <p:nvSpPr>
              <p:cNvPr id="155" name="Forme libre : forme 154">
                <a:extLst>
                  <a:ext uri="{FF2B5EF4-FFF2-40B4-BE49-F238E27FC236}">
                    <a16:creationId xmlns:a16="http://schemas.microsoft.com/office/drawing/2014/main" id="{6EA3116B-1EFA-1799-B5FD-9F7201DF27E3}"/>
                  </a:ext>
                </a:extLst>
              </p:cNvPr>
              <p:cNvSpPr/>
              <p:nvPr/>
            </p:nvSpPr>
            <p:spPr>
              <a:xfrm>
                <a:off x="6834567" y="2435580"/>
                <a:ext cx="48798" cy="13942"/>
              </a:xfrm>
              <a:custGeom>
                <a:avLst/>
                <a:gdLst>
                  <a:gd name="connsiteX0" fmla="*/ 48799 w 48798"/>
                  <a:gd name="connsiteY0" fmla="*/ 0 h 13942"/>
                  <a:gd name="connsiteX1" fmla="*/ 0 w 48798"/>
                  <a:gd name="connsiteY1" fmla="*/ 0 h 1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98" h="13942">
                    <a:moveTo>
                      <a:pt x="4879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551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156" name="Graphique 2">
                <a:extLst>
                  <a:ext uri="{FF2B5EF4-FFF2-40B4-BE49-F238E27FC236}">
                    <a16:creationId xmlns:a16="http://schemas.microsoft.com/office/drawing/2014/main" id="{321900DD-859D-323C-6260-01EC515B6999}"/>
                  </a:ext>
                </a:extLst>
              </p:cNvPr>
              <p:cNvGrpSpPr/>
              <p:nvPr/>
            </p:nvGrpSpPr>
            <p:grpSpPr>
              <a:xfrm>
                <a:off x="6618319" y="2384969"/>
                <a:ext cx="319529" cy="206584"/>
                <a:chOff x="6618319" y="2384969"/>
                <a:chExt cx="319529" cy="206584"/>
              </a:xfrm>
              <a:solidFill>
                <a:srgbClr val="000000"/>
              </a:solidFill>
            </p:grpSpPr>
            <p:sp>
              <p:nvSpPr>
                <p:cNvPr id="157" name="Forme libre : forme 156">
                  <a:extLst>
                    <a:ext uri="{FF2B5EF4-FFF2-40B4-BE49-F238E27FC236}">
                      <a16:creationId xmlns:a16="http://schemas.microsoft.com/office/drawing/2014/main" id="{CCE9CD1B-0800-FA29-6406-F873F6347D62}"/>
                    </a:ext>
                  </a:extLst>
                </p:cNvPr>
                <p:cNvSpPr/>
                <p:nvPr/>
              </p:nvSpPr>
              <p:spPr>
                <a:xfrm>
                  <a:off x="6618319" y="2384969"/>
                  <a:ext cx="70130" cy="105544"/>
                </a:xfrm>
                <a:custGeom>
                  <a:avLst/>
                  <a:gdLst>
                    <a:gd name="connsiteX0" fmla="*/ 36111 w 70130"/>
                    <a:gd name="connsiteY0" fmla="*/ 47265 h 105544"/>
                    <a:gd name="connsiteX1" fmla="*/ 21471 w 70130"/>
                    <a:gd name="connsiteY1" fmla="*/ 53539 h 105544"/>
                    <a:gd name="connsiteX2" fmla="*/ 16034 w 70130"/>
                    <a:gd name="connsiteY2" fmla="*/ 70828 h 105544"/>
                    <a:gd name="connsiteX3" fmla="*/ 21471 w 70130"/>
                    <a:gd name="connsiteY3" fmla="*/ 88117 h 105544"/>
                    <a:gd name="connsiteX4" fmla="*/ 36111 w 70130"/>
                    <a:gd name="connsiteY4" fmla="*/ 94530 h 105544"/>
                    <a:gd name="connsiteX5" fmla="*/ 50751 w 70130"/>
                    <a:gd name="connsiteY5" fmla="*/ 88117 h 105544"/>
                    <a:gd name="connsiteX6" fmla="*/ 56188 w 70130"/>
                    <a:gd name="connsiteY6" fmla="*/ 70828 h 105544"/>
                    <a:gd name="connsiteX7" fmla="*/ 50751 w 70130"/>
                    <a:gd name="connsiteY7" fmla="*/ 53539 h 105544"/>
                    <a:gd name="connsiteX8" fmla="*/ 36111 w 70130"/>
                    <a:gd name="connsiteY8" fmla="*/ 47265 h 105544"/>
                    <a:gd name="connsiteX9" fmla="*/ 63438 w 70130"/>
                    <a:gd name="connsiteY9" fmla="*/ 4183 h 105544"/>
                    <a:gd name="connsiteX10" fmla="*/ 63438 w 70130"/>
                    <a:gd name="connsiteY10" fmla="*/ 16731 h 105544"/>
                    <a:gd name="connsiteX11" fmla="*/ 52982 w 70130"/>
                    <a:gd name="connsiteY11" fmla="*/ 12967 h 105544"/>
                    <a:gd name="connsiteX12" fmla="*/ 42525 w 70130"/>
                    <a:gd name="connsiteY12" fmla="*/ 11712 h 105544"/>
                    <a:gd name="connsiteX13" fmla="*/ 21750 w 70130"/>
                    <a:gd name="connsiteY13" fmla="*/ 20914 h 105544"/>
                    <a:gd name="connsiteX14" fmla="*/ 13524 w 70130"/>
                    <a:gd name="connsiteY14" fmla="*/ 48659 h 105544"/>
                    <a:gd name="connsiteX15" fmla="*/ 23563 w 70130"/>
                    <a:gd name="connsiteY15" fmla="*/ 39597 h 105544"/>
                    <a:gd name="connsiteX16" fmla="*/ 36948 w 70130"/>
                    <a:gd name="connsiteY16" fmla="*/ 36390 h 105544"/>
                    <a:gd name="connsiteX17" fmla="*/ 61208 w 70130"/>
                    <a:gd name="connsiteY17" fmla="*/ 45731 h 105544"/>
                    <a:gd name="connsiteX18" fmla="*/ 70131 w 70130"/>
                    <a:gd name="connsiteY18" fmla="*/ 70967 h 105544"/>
                    <a:gd name="connsiteX19" fmla="*/ 60929 w 70130"/>
                    <a:gd name="connsiteY19" fmla="*/ 96064 h 105544"/>
                    <a:gd name="connsiteX20" fmla="*/ 36251 w 70130"/>
                    <a:gd name="connsiteY20" fmla="*/ 105545 h 105544"/>
                    <a:gd name="connsiteX21" fmla="*/ 9341 w 70130"/>
                    <a:gd name="connsiteY21" fmla="*/ 92020 h 105544"/>
                    <a:gd name="connsiteX22" fmla="*/ 0 w 70130"/>
                    <a:gd name="connsiteY22" fmla="*/ 52842 h 105544"/>
                    <a:gd name="connsiteX23" fmla="*/ 11433 w 70130"/>
                    <a:gd name="connsiteY23" fmla="*/ 14361 h 105544"/>
                    <a:gd name="connsiteX24" fmla="*/ 42106 w 70130"/>
                    <a:gd name="connsiteY24" fmla="*/ 0 h 105544"/>
                    <a:gd name="connsiteX25" fmla="*/ 52563 w 70130"/>
                    <a:gd name="connsiteY25" fmla="*/ 976 h 105544"/>
                    <a:gd name="connsiteX26" fmla="*/ 63578 w 70130"/>
                    <a:gd name="connsiteY26" fmla="*/ 4043 h 105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0130" h="105544">
                      <a:moveTo>
                        <a:pt x="36111" y="47265"/>
                      </a:moveTo>
                      <a:cubicBezTo>
                        <a:pt x="29976" y="47265"/>
                        <a:pt x="25097" y="49356"/>
                        <a:pt x="21471" y="53539"/>
                      </a:cubicBezTo>
                      <a:cubicBezTo>
                        <a:pt x="17846" y="57722"/>
                        <a:pt x="16034" y="63578"/>
                        <a:pt x="16034" y="70828"/>
                      </a:cubicBezTo>
                      <a:cubicBezTo>
                        <a:pt x="16034" y="78078"/>
                        <a:pt x="17846" y="83934"/>
                        <a:pt x="21471" y="88117"/>
                      </a:cubicBezTo>
                      <a:cubicBezTo>
                        <a:pt x="25097" y="92299"/>
                        <a:pt x="29976" y="94530"/>
                        <a:pt x="36111" y="94530"/>
                      </a:cubicBezTo>
                      <a:cubicBezTo>
                        <a:pt x="42246" y="94530"/>
                        <a:pt x="47126" y="92439"/>
                        <a:pt x="50751" y="88117"/>
                      </a:cubicBezTo>
                      <a:cubicBezTo>
                        <a:pt x="54376" y="83794"/>
                        <a:pt x="56188" y="78078"/>
                        <a:pt x="56188" y="70828"/>
                      </a:cubicBezTo>
                      <a:cubicBezTo>
                        <a:pt x="56188" y="63578"/>
                        <a:pt x="54376" y="57722"/>
                        <a:pt x="50751" y="53539"/>
                      </a:cubicBezTo>
                      <a:cubicBezTo>
                        <a:pt x="47126" y="49356"/>
                        <a:pt x="42246" y="47265"/>
                        <a:pt x="36111" y="47265"/>
                      </a:cubicBezTo>
                      <a:close/>
                      <a:moveTo>
                        <a:pt x="63438" y="4183"/>
                      </a:moveTo>
                      <a:lnTo>
                        <a:pt x="63438" y="16731"/>
                      </a:lnTo>
                      <a:cubicBezTo>
                        <a:pt x="59953" y="15058"/>
                        <a:pt x="56467" y="13803"/>
                        <a:pt x="52982" y="12967"/>
                      </a:cubicBezTo>
                      <a:cubicBezTo>
                        <a:pt x="49496" y="12130"/>
                        <a:pt x="46010" y="11712"/>
                        <a:pt x="42525" y="11712"/>
                      </a:cubicBezTo>
                      <a:cubicBezTo>
                        <a:pt x="33462" y="11712"/>
                        <a:pt x="26491" y="14779"/>
                        <a:pt x="21750" y="20914"/>
                      </a:cubicBezTo>
                      <a:cubicBezTo>
                        <a:pt x="17010" y="27048"/>
                        <a:pt x="14221" y="36250"/>
                        <a:pt x="13524" y="48659"/>
                      </a:cubicBezTo>
                      <a:cubicBezTo>
                        <a:pt x="16173" y="44755"/>
                        <a:pt x="19519" y="41688"/>
                        <a:pt x="23563" y="39597"/>
                      </a:cubicBezTo>
                      <a:cubicBezTo>
                        <a:pt x="27606" y="37505"/>
                        <a:pt x="32068" y="36390"/>
                        <a:pt x="36948" y="36390"/>
                      </a:cubicBezTo>
                      <a:cubicBezTo>
                        <a:pt x="47126" y="36390"/>
                        <a:pt x="55212" y="39457"/>
                        <a:pt x="61208" y="45731"/>
                      </a:cubicBezTo>
                      <a:cubicBezTo>
                        <a:pt x="67203" y="51866"/>
                        <a:pt x="70131" y="60371"/>
                        <a:pt x="70131" y="70967"/>
                      </a:cubicBezTo>
                      <a:cubicBezTo>
                        <a:pt x="70131" y="81564"/>
                        <a:pt x="67063" y="89790"/>
                        <a:pt x="60929" y="96064"/>
                      </a:cubicBezTo>
                      <a:cubicBezTo>
                        <a:pt x="54794" y="102338"/>
                        <a:pt x="46568" y="105545"/>
                        <a:pt x="36251" y="105545"/>
                      </a:cubicBezTo>
                      <a:cubicBezTo>
                        <a:pt x="24539" y="105545"/>
                        <a:pt x="15476" y="101083"/>
                        <a:pt x="9341" y="92020"/>
                      </a:cubicBezTo>
                      <a:cubicBezTo>
                        <a:pt x="3067" y="82958"/>
                        <a:pt x="0" y="69991"/>
                        <a:pt x="0" y="52842"/>
                      </a:cubicBezTo>
                      <a:cubicBezTo>
                        <a:pt x="0" y="36808"/>
                        <a:pt x="3764" y="23981"/>
                        <a:pt x="11433" y="14361"/>
                      </a:cubicBezTo>
                      <a:cubicBezTo>
                        <a:pt x="19101" y="4740"/>
                        <a:pt x="29279" y="0"/>
                        <a:pt x="42106" y="0"/>
                      </a:cubicBezTo>
                      <a:cubicBezTo>
                        <a:pt x="45592" y="0"/>
                        <a:pt x="49078" y="279"/>
                        <a:pt x="52563" y="976"/>
                      </a:cubicBezTo>
                      <a:cubicBezTo>
                        <a:pt x="56049" y="1673"/>
                        <a:pt x="59813" y="2649"/>
                        <a:pt x="63578" y="40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158" name="Forme libre : forme 157">
                  <a:extLst>
                    <a:ext uri="{FF2B5EF4-FFF2-40B4-BE49-F238E27FC236}">
                      <a16:creationId xmlns:a16="http://schemas.microsoft.com/office/drawing/2014/main" id="{701A075A-58A9-7DF6-C778-F4662CD681A9}"/>
                    </a:ext>
                  </a:extLst>
                </p:cNvPr>
                <p:cNvSpPr/>
                <p:nvPr/>
              </p:nvSpPr>
              <p:spPr>
                <a:xfrm>
                  <a:off x="6706296" y="2385108"/>
                  <a:ext cx="70270" cy="105405"/>
                </a:xfrm>
                <a:custGeom>
                  <a:avLst/>
                  <a:gdLst>
                    <a:gd name="connsiteX0" fmla="*/ 35135 w 70270"/>
                    <a:gd name="connsiteY0" fmla="*/ 10875 h 105405"/>
                    <a:gd name="connsiteX1" fmla="*/ 19101 w 70270"/>
                    <a:gd name="connsiteY1" fmla="*/ 21332 h 105405"/>
                    <a:gd name="connsiteX2" fmla="*/ 13803 w 70270"/>
                    <a:gd name="connsiteY2" fmla="*/ 52703 h 105405"/>
                    <a:gd name="connsiteX3" fmla="*/ 19101 w 70270"/>
                    <a:gd name="connsiteY3" fmla="*/ 84073 h 105405"/>
                    <a:gd name="connsiteX4" fmla="*/ 35135 w 70270"/>
                    <a:gd name="connsiteY4" fmla="*/ 94530 h 105405"/>
                    <a:gd name="connsiteX5" fmla="*/ 51169 w 70270"/>
                    <a:gd name="connsiteY5" fmla="*/ 84073 h 105405"/>
                    <a:gd name="connsiteX6" fmla="*/ 56467 w 70270"/>
                    <a:gd name="connsiteY6" fmla="*/ 52703 h 105405"/>
                    <a:gd name="connsiteX7" fmla="*/ 51169 w 70270"/>
                    <a:gd name="connsiteY7" fmla="*/ 21332 h 105405"/>
                    <a:gd name="connsiteX8" fmla="*/ 35135 w 70270"/>
                    <a:gd name="connsiteY8" fmla="*/ 10875 h 105405"/>
                    <a:gd name="connsiteX9" fmla="*/ 35135 w 70270"/>
                    <a:gd name="connsiteY9" fmla="*/ 0 h 105405"/>
                    <a:gd name="connsiteX10" fmla="*/ 61208 w 70270"/>
                    <a:gd name="connsiteY10" fmla="*/ 13524 h 105405"/>
                    <a:gd name="connsiteX11" fmla="*/ 70270 w 70270"/>
                    <a:gd name="connsiteY11" fmla="*/ 52703 h 105405"/>
                    <a:gd name="connsiteX12" fmla="*/ 61208 w 70270"/>
                    <a:gd name="connsiteY12" fmla="*/ 91881 h 105405"/>
                    <a:gd name="connsiteX13" fmla="*/ 35135 w 70270"/>
                    <a:gd name="connsiteY13" fmla="*/ 105405 h 105405"/>
                    <a:gd name="connsiteX14" fmla="*/ 9063 w 70270"/>
                    <a:gd name="connsiteY14" fmla="*/ 91881 h 105405"/>
                    <a:gd name="connsiteX15" fmla="*/ 0 w 70270"/>
                    <a:gd name="connsiteY15" fmla="*/ 52703 h 105405"/>
                    <a:gd name="connsiteX16" fmla="*/ 9063 w 70270"/>
                    <a:gd name="connsiteY16" fmla="*/ 13524 h 105405"/>
                    <a:gd name="connsiteX17" fmla="*/ 35135 w 70270"/>
                    <a:gd name="connsiteY17" fmla="*/ 0 h 105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270" h="105405">
                      <a:moveTo>
                        <a:pt x="35135" y="10875"/>
                      </a:moveTo>
                      <a:cubicBezTo>
                        <a:pt x="28024" y="10875"/>
                        <a:pt x="22726" y="14361"/>
                        <a:pt x="19101" y="21332"/>
                      </a:cubicBezTo>
                      <a:cubicBezTo>
                        <a:pt x="15476" y="28303"/>
                        <a:pt x="13803" y="38760"/>
                        <a:pt x="13803" y="52703"/>
                      </a:cubicBezTo>
                      <a:cubicBezTo>
                        <a:pt x="13803" y="66645"/>
                        <a:pt x="15616" y="77102"/>
                        <a:pt x="19101" y="84073"/>
                      </a:cubicBezTo>
                      <a:cubicBezTo>
                        <a:pt x="22726" y="91044"/>
                        <a:pt x="28024" y="94530"/>
                        <a:pt x="35135" y="94530"/>
                      </a:cubicBezTo>
                      <a:cubicBezTo>
                        <a:pt x="42246" y="94530"/>
                        <a:pt x="47544" y="91044"/>
                        <a:pt x="51169" y="84073"/>
                      </a:cubicBezTo>
                      <a:cubicBezTo>
                        <a:pt x="54794" y="77102"/>
                        <a:pt x="56467" y="66645"/>
                        <a:pt x="56467" y="52703"/>
                      </a:cubicBezTo>
                      <a:cubicBezTo>
                        <a:pt x="56467" y="38760"/>
                        <a:pt x="54655" y="28303"/>
                        <a:pt x="51169" y="21332"/>
                      </a:cubicBezTo>
                      <a:cubicBezTo>
                        <a:pt x="47544" y="14361"/>
                        <a:pt x="42246" y="10875"/>
                        <a:pt x="35135" y="10875"/>
                      </a:cubicBezTo>
                      <a:close/>
                      <a:moveTo>
                        <a:pt x="35135" y="0"/>
                      </a:moveTo>
                      <a:cubicBezTo>
                        <a:pt x="46568" y="0"/>
                        <a:pt x="55212" y="4462"/>
                        <a:pt x="61208" y="13524"/>
                      </a:cubicBezTo>
                      <a:cubicBezTo>
                        <a:pt x="67203" y="22587"/>
                        <a:pt x="70270" y="35553"/>
                        <a:pt x="70270" y="52703"/>
                      </a:cubicBezTo>
                      <a:cubicBezTo>
                        <a:pt x="70270" y="69852"/>
                        <a:pt x="67203" y="82818"/>
                        <a:pt x="61208" y="91881"/>
                      </a:cubicBezTo>
                      <a:cubicBezTo>
                        <a:pt x="55212" y="100944"/>
                        <a:pt x="46429" y="105405"/>
                        <a:pt x="35135" y="105405"/>
                      </a:cubicBezTo>
                      <a:cubicBezTo>
                        <a:pt x="23842" y="105405"/>
                        <a:pt x="15058" y="100944"/>
                        <a:pt x="9063" y="91881"/>
                      </a:cubicBezTo>
                      <a:cubicBezTo>
                        <a:pt x="3067" y="82818"/>
                        <a:pt x="0" y="69852"/>
                        <a:pt x="0" y="52703"/>
                      </a:cubicBezTo>
                      <a:cubicBezTo>
                        <a:pt x="0" y="35553"/>
                        <a:pt x="3067" y="22447"/>
                        <a:pt x="9063" y="13524"/>
                      </a:cubicBezTo>
                      <a:cubicBezTo>
                        <a:pt x="15058" y="4462"/>
                        <a:pt x="23842" y="0"/>
                        <a:pt x="351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59" name="Graphique 2">
              <a:extLst>
                <a:ext uri="{FF2B5EF4-FFF2-40B4-BE49-F238E27FC236}">
                  <a16:creationId xmlns:a16="http://schemas.microsoft.com/office/drawing/2014/main" id="{47DA2CCF-5568-B46E-F4FE-8351611C7A83}"/>
                </a:ext>
              </a:extLst>
            </p:cNvPr>
            <p:cNvGrpSpPr/>
            <p:nvPr/>
          </p:nvGrpSpPr>
          <p:grpSpPr>
            <a:xfrm>
              <a:off x="6619852" y="1937415"/>
              <a:ext cx="532080" cy="206312"/>
              <a:chOff x="6619852" y="1937415"/>
              <a:chExt cx="532080" cy="206312"/>
            </a:xfrm>
            <a:solidFill>
              <a:srgbClr val="000000"/>
            </a:solidFill>
          </p:grpSpPr>
          <p:sp>
            <p:nvSpPr>
              <p:cNvPr id="160" name="Forme libre : forme 159">
                <a:extLst>
                  <a:ext uri="{FF2B5EF4-FFF2-40B4-BE49-F238E27FC236}">
                    <a16:creationId xmlns:a16="http://schemas.microsoft.com/office/drawing/2014/main" id="{34082279-5B7A-39F6-A1DC-AE7EFE30A7DF}"/>
                  </a:ext>
                </a:extLst>
              </p:cNvPr>
              <p:cNvSpPr/>
              <p:nvPr/>
            </p:nvSpPr>
            <p:spPr>
              <a:xfrm>
                <a:off x="6834567" y="1987887"/>
                <a:ext cx="48798" cy="13942"/>
              </a:xfrm>
              <a:custGeom>
                <a:avLst/>
                <a:gdLst>
                  <a:gd name="connsiteX0" fmla="*/ 48799 w 48798"/>
                  <a:gd name="connsiteY0" fmla="*/ 0 h 13942"/>
                  <a:gd name="connsiteX1" fmla="*/ 0 w 48798"/>
                  <a:gd name="connsiteY1" fmla="*/ 0 h 1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98" h="13942">
                    <a:moveTo>
                      <a:pt x="4879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551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161" name="Graphique 2">
                <a:extLst>
                  <a:ext uri="{FF2B5EF4-FFF2-40B4-BE49-F238E27FC236}">
                    <a16:creationId xmlns:a16="http://schemas.microsoft.com/office/drawing/2014/main" id="{4A2DAD75-D8E7-DE70-288B-289AE98A276E}"/>
                  </a:ext>
                </a:extLst>
              </p:cNvPr>
              <p:cNvGrpSpPr/>
              <p:nvPr/>
            </p:nvGrpSpPr>
            <p:grpSpPr>
              <a:xfrm>
                <a:off x="6619852" y="1937415"/>
                <a:ext cx="316432" cy="206312"/>
                <a:chOff x="6619852" y="1937415"/>
                <a:chExt cx="316432" cy="206312"/>
              </a:xfrm>
              <a:solidFill>
                <a:srgbClr val="000000"/>
              </a:solidFill>
            </p:grpSpPr>
            <p:sp>
              <p:nvSpPr>
                <p:cNvPr id="162" name="Forme libre : forme 161">
                  <a:extLst>
                    <a:ext uri="{FF2B5EF4-FFF2-40B4-BE49-F238E27FC236}">
                      <a16:creationId xmlns:a16="http://schemas.microsoft.com/office/drawing/2014/main" id="{9531D206-FAD2-0FE8-DD23-6D3EF26F1356}"/>
                    </a:ext>
                  </a:extLst>
                </p:cNvPr>
                <p:cNvSpPr/>
                <p:nvPr/>
              </p:nvSpPr>
              <p:spPr>
                <a:xfrm>
                  <a:off x="6619852" y="1939227"/>
                  <a:ext cx="65390" cy="101640"/>
                </a:xfrm>
                <a:custGeom>
                  <a:avLst/>
                  <a:gdLst>
                    <a:gd name="connsiteX0" fmla="*/ 0 w 65390"/>
                    <a:gd name="connsiteY0" fmla="*/ 0 h 101640"/>
                    <a:gd name="connsiteX1" fmla="*/ 65390 w 65390"/>
                    <a:gd name="connsiteY1" fmla="*/ 0 h 101640"/>
                    <a:gd name="connsiteX2" fmla="*/ 65390 w 65390"/>
                    <a:gd name="connsiteY2" fmla="*/ 5856 h 101640"/>
                    <a:gd name="connsiteX3" fmla="*/ 28443 w 65390"/>
                    <a:gd name="connsiteY3" fmla="*/ 101641 h 101640"/>
                    <a:gd name="connsiteX4" fmla="*/ 14082 w 65390"/>
                    <a:gd name="connsiteY4" fmla="*/ 101641 h 101640"/>
                    <a:gd name="connsiteX5" fmla="*/ 48799 w 65390"/>
                    <a:gd name="connsiteY5" fmla="*/ 11572 h 101640"/>
                    <a:gd name="connsiteX6" fmla="*/ 0 w 65390"/>
                    <a:gd name="connsiteY6" fmla="*/ 11572 h 101640"/>
                    <a:gd name="connsiteX7" fmla="*/ 0 w 65390"/>
                    <a:gd name="connsiteY7" fmla="*/ 0 h 10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5390" h="101640">
                      <a:moveTo>
                        <a:pt x="0" y="0"/>
                      </a:moveTo>
                      <a:lnTo>
                        <a:pt x="65390" y="0"/>
                      </a:lnTo>
                      <a:lnTo>
                        <a:pt x="65390" y="5856"/>
                      </a:lnTo>
                      <a:lnTo>
                        <a:pt x="28443" y="101641"/>
                      </a:lnTo>
                      <a:lnTo>
                        <a:pt x="14082" y="101641"/>
                      </a:lnTo>
                      <a:lnTo>
                        <a:pt x="48799" y="11572"/>
                      </a:lnTo>
                      <a:lnTo>
                        <a:pt x="0" y="115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163" name="Forme libre : forme 162">
                  <a:extLst>
                    <a:ext uri="{FF2B5EF4-FFF2-40B4-BE49-F238E27FC236}">
                      <a16:creationId xmlns:a16="http://schemas.microsoft.com/office/drawing/2014/main" id="{1D359C51-4489-36FC-87DE-4ACD8F0481BB}"/>
                    </a:ext>
                  </a:extLst>
                </p:cNvPr>
                <p:cNvSpPr/>
                <p:nvPr/>
              </p:nvSpPr>
              <p:spPr>
                <a:xfrm>
                  <a:off x="6706296" y="1937415"/>
                  <a:ext cx="70270" cy="105405"/>
                </a:xfrm>
                <a:custGeom>
                  <a:avLst/>
                  <a:gdLst>
                    <a:gd name="connsiteX0" fmla="*/ 35135 w 70270"/>
                    <a:gd name="connsiteY0" fmla="*/ 10875 h 105405"/>
                    <a:gd name="connsiteX1" fmla="*/ 19101 w 70270"/>
                    <a:gd name="connsiteY1" fmla="*/ 21332 h 105405"/>
                    <a:gd name="connsiteX2" fmla="*/ 13803 w 70270"/>
                    <a:gd name="connsiteY2" fmla="*/ 52703 h 105405"/>
                    <a:gd name="connsiteX3" fmla="*/ 19101 w 70270"/>
                    <a:gd name="connsiteY3" fmla="*/ 84073 h 105405"/>
                    <a:gd name="connsiteX4" fmla="*/ 35135 w 70270"/>
                    <a:gd name="connsiteY4" fmla="*/ 94530 h 105405"/>
                    <a:gd name="connsiteX5" fmla="*/ 51169 w 70270"/>
                    <a:gd name="connsiteY5" fmla="*/ 84073 h 105405"/>
                    <a:gd name="connsiteX6" fmla="*/ 56467 w 70270"/>
                    <a:gd name="connsiteY6" fmla="*/ 52703 h 105405"/>
                    <a:gd name="connsiteX7" fmla="*/ 51169 w 70270"/>
                    <a:gd name="connsiteY7" fmla="*/ 21332 h 105405"/>
                    <a:gd name="connsiteX8" fmla="*/ 35135 w 70270"/>
                    <a:gd name="connsiteY8" fmla="*/ 10875 h 105405"/>
                    <a:gd name="connsiteX9" fmla="*/ 35135 w 70270"/>
                    <a:gd name="connsiteY9" fmla="*/ 0 h 105405"/>
                    <a:gd name="connsiteX10" fmla="*/ 61208 w 70270"/>
                    <a:gd name="connsiteY10" fmla="*/ 13524 h 105405"/>
                    <a:gd name="connsiteX11" fmla="*/ 70270 w 70270"/>
                    <a:gd name="connsiteY11" fmla="*/ 52703 h 105405"/>
                    <a:gd name="connsiteX12" fmla="*/ 61208 w 70270"/>
                    <a:gd name="connsiteY12" fmla="*/ 91881 h 105405"/>
                    <a:gd name="connsiteX13" fmla="*/ 35135 w 70270"/>
                    <a:gd name="connsiteY13" fmla="*/ 105405 h 105405"/>
                    <a:gd name="connsiteX14" fmla="*/ 9063 w 70270"/>
                    <a:gd name="connsiteY14" fmla="*/ 91881 h 105405"/>
                    <a:gd name="connsiteX15" fmla="*/ 0 w 70270"/>
                    <a:gd name="connsiteY15" fmla="*/ 52703 h 105405"/>
                    <a:gd name="connsiteX16" fmla="*/ 9063 w 70270"/>
                    <a:gd name="connsiteY16" fmla="*/ 13524 h 105405"/>
                    <a:gd name="connsiteX17" fmla="*/ 35135 w 70270"/>
                    <a:gd name="connsiteY17" fmla="*/ 0 h 105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270" h="105405">
                      <a:moveTo>
                        <a:pt x="35135" y="10875"/>
                      </a:moveTo>
                      <a:cubicBezTo>
                        <a:pt x="28024" y="10875"/>
                        <a:pt x="22726" y="14361"/>
                        <a:pt x="19101" y="21332"/>
                      </a:cubicBezTo>
                      <a:cubicBezTo>
                        <a:pt x="15476" y="28303"/>
                        <a:pt x="13803" y="38760"/>
                        <a:pt x="13803" y="52703"/>
                      </a:cubicBezTo>
                      <a:cubicBezTo>
                        <a:pt x="13803" y="66645"/>
                        <a:pt x="15616" y="77102"/>
                        <a:pt x="19101" y="84073"/>
                      </a:cubicBezTo>
                      <a:cubicBezTo>
                        <a:pt x="22726" y="91045"/>
                        <a:pt x="28024" y="94530"/>
                        <a:pt x="35135" y="94530"/>
                      </a:cubicBezTo>
                      <a:cubicBezTo>
                        <a:pt x="42246" y="94530"/>
                        <a:pt x="47544" y="91045"/>
                        <a:pt x="51169" y="84073"/>
                      </a:cubicBezTo>
                      <a:cubicBezTo>
                        <a:pt x="54794" y="77102"/>
                        <a:pt x="56467" y="66645"/>
                        <a:pt x="56467" y="52703"/>
                      </a:cubicBezTo>
                      <a:cubicBezTo>
                        <a:pt x="56467" y="38760"/>
                        <a:pt x="54655" y="28303"/>
                        <a:pt x="51169" y="21332"/>
                      </a:cubicBezTo>
                      <a:cubicBezTo>
                        <a:pt x="47544" y="14361"/>
                        <a:pt x="42246" y="10875"/>
                        <a:pt x="35135" y="10875"/>
                      </a:cubicBezTo>
                      <a:close/>
                      <a:moveTo>
                        <a:pt x="35135" y="0"/>
                      </a:moveTo>
                      <a:cubicBezTo>
                        <a:pt x="46568" y="0"/>
                        <a:pt x="55212" y="4462"/>
                        <a:pt x="61208" y="13524"/>
                      </a:cubicBezTo>
                      <a:cubicBezTo>
                        <a:pt x="67203" y="22587"/>
                        <a:pt x="70270" y="35553"/>
                        <a:pt x="70270" y="52703"/>
                      </a:cubicBezTo>
                      <a:cubicBezTo>
                        <a:pt x="70270" y="69852"/>
                        <a:pt x="67203" y="82818"/>
                        <a:pt x="61208" y="91881"/>
                      </a:cubicBezTo>
                      <a:cubicBezTo>
                        <a:pt x="55212" y="100944"/>
                        <a:pt x="46429" y="105405"/>
                        <a:pt x="35135" y="105405"/>
                      </a:cubicBezTo>
                      <a:cubicBezTo>
                        <a:pt x="23842" y="105405"/>
                        <a:pt x="15058" y="100944"/>
                        <a:pt x="9063" y="91881"/>
                      </a:cubicBezTo>
                      <a:cubicBezTo>
                        <a:pt x="3067" y="82818"/>
                        <a:pt x="0" y="69852"/>
                        <a:pt x="0" y="52703"/>
                      </a:cubicBezTo>
                      <a:cubicBezTo>
                        <a:pt x="0" y="35553"/>
                        <a:pt x="3067" y="22447"/>
                        <a:pt x="9063" y="13524"/>
                      </a:cubicBezTo>
                      <a:cubicBezTo>
                        <a:pt x="15058" y="4462"/>
                        <a:pt x="23842" y="0"/>
                        <a:pt x="351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</p:grpSp>
        <p:grpSp>
          <p:nvGrpSpPr>
            <p:cNvPr id="164" name="Graphique 2">
              <a:extLst>
                <a:ext uri="{FF2B5EF4-FFF2-40B4-BE49-F238E27FC236}">
                  <a16:creationId xmlns:a16="http://schemas.microsoft.com/office/drawing/2014/main" id="{890A2079-3959-D362-C92E-38878FB4421A}"/>
                </a:ext>
              </a:extLst>
            </p:cNvPr>
            <p:cNvGrpSpPr/>
            <p:nvPr/>
          </p:nvGrpSpPr>
          <p:grpSpPr>
            <a:xfrm>
              <a:off x="6422008" y="2889827"/>
              <a:ext cx="263787" cy="511687"/>
              <a:chOff x="6422008" y="2889827"/>
              <a:chExt cx="263787" cy="511687"/>
            </a:xfrm>
            <a:solidFill>
              <a:srgbClr val="000000"/>
            </a:solidFill>
          </p:grpSpPr>
          <p:sp>
            <p:nvSpPr>
              <p:cNvPr id="165" name="Forme libre : forme 164">
                <a:extLst>
                  <a:ext uri="{FF2B5EF4-FFF2-40B4-BE49-F238E27FC236}">
                    <a16:creationId xmlns:a16="http://schemas.microsoft.com/office/drawing/2014/main" id="{2EDAED97-BEF9-19D3-1FCB-940AB68E9AB2}"/>
                  </a:ext>
                </a:extLst>
              </p:cNvPr>
              <p:cNvSpPr/>
              <p:nvPr/>
            </p:nvSpPr>
            <p:spPr>
              <a:xfrm>
                <a:off x="6422008" y="3058113"/>
                <a:ext cx="101640" cy="93135"/>
              </a:xfrm>
              <a:custGeom>
                <a:avLst/>
                <a:gdLst>
                  <a:gd name="connsiteX0" fmla="*/ 13524 w 101640"/>
                  <a:gd name="connsiteY0" fmla="*/ 46568 h 93135"/>
                  <a:gd name="connsiteX1" fmla="*/ 64136 w 101640"/>
                  <a:gd name="connsiteY1" fmla="*/ 65251 h 93135"/>
                  <a:gd name="connsiteX2" fmla="*/ 64136 w 101640"/>
                  <a:gd name="connsiteY2" fmla="*/ 27885 h 93135"/>
                  <a:gd name="connsiteX3" fmla="*/ 13524 w 101640"/>
                  <a:gd name="connsiteY3" fmla="*/ 46568 h 93135"/>
                  <a:gd name="connsiteX4" fmla="*/ 0 w 101640"/>
                  <a:gd name="connsiteY4" fmla="*/ 54376 h 93135"/>
                  <a:gd name="connsiteX5" fmla="*/ 0 w 101640"/>
                  <a:gd name="connsiteY5" fmla="*/ 38760 h 93135"/>
                  <a:gd name="connsiteX6" fmla="*/ 101641 w 101640"/>
                  <a:gd name="connsiteY6" fmla="*/ 0 h 93135"/>
                  <a:gd name="connsiteX7" fmla="*/ 101641 w 101640"/>
                  <a:gd name="connsiteY7" fmla="*/ 14361 h 93135"/>
                  <a:gd name="connsiteX8" fmla="*/ 75568 w 101640"/>
                  <a:gd name="connsiteY8" fmla="*/ 23563 h 93135"/>
                  <a:gd name="connsiteX9" fmla="*/ 75568 w 101640"/>
                  <a:gd name="connsiteY9" fmla="*/ 69434 h 93135"/>
                  <a:gd name="connsiteX10" fmla="*/ 101641 w 101640"/>
                  <a:gd name="connsiteY10" fmla="*/ 78636 h 93135"/>
                  <a:gd name="connsiteX11" fmla="*/ 101641 w 101640"/>
                  <a:gd name="connsiteY11" fmla="*/ 93136 h 93135"/>
                  <a:gd name="connsiteX12" fmla="*/ 0 w 101640"/>
                  <a:gd name="connsiteY12" fmla="*/ 54376 h 93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1640" h="93135">
                    <a:moveTo>
                      <a:pt x="13524" y="46568"/>
                    </a:moveTo>
                    <a:lnTo>
                      <a:pt x="64136" y="65251"/>
                    </a:lnTo>
                    <a:lnTo>
                      <a:pt x="64136" y="27885"/>
                    </a:lnTo>
                    <a:lnTo>
                      <a:pt x="13524" y="46568"/>
                    </a:lnTo>
                    <a:close/>
                    <a:moveTo>
                      <a:pt x="0" y="54376"/>
                    </a:moveTo>
                    <a:lnTo>
                      <a:pt x="0" y="38760"/>
                    </a:lnTo>
                    <a:lnTo>
                      <a:pt x="101641" y="0"/>
                    </a:lnTo>
                    <a:lnTo>
                      <a:pt x="101641" y="14361"/>
                    </a:lnTo>
                    <a:lnTo>
                      <a:pt x="75568" y="23563"/>
                    </a:lnTo>
                    <a:lnTo>
                      <a:pt x="75568" y="69434"/>
                    </a:lnTo>
                    <a:lnTo>
                      <a:pt x="101641" y="78636"/>
                    </a:lnTo>
                    <a:lnTo>
                      <a:pt x="101641" y="93136"/>
                    </a:lnTo>
                    <a:lnTo>
                      <a:pt x="0" y="54376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66" name="Forme libre : forme 165">
                <a:extLst>
                  <a:ext uri="{FF2B5EF4-FFF2-40B4-BE49-F238E27FC236}">
                    <a16:creationId xmlns:a16="http://schemas.microsoft.com/office/drawing/2014/main" id="{0BA5A6BF-AEC8-2D24-7A55-18C5908F60D0}"/>
                  </a:ext>
                </a:extLst>
              </p:cNvPr>
              <p:cNvSpPr/>
              <p:nvPr/>
            </p:nvSpPr>
            <p:spPr>
              <a:xfrm>
                <a:off x="6445571" y="2981150"/>
                <a:ext cx="107078" cy="68178"/>
              </a:xfrm>
              <a:custGeom>
                <a:avLst/>
                <a:gdLst>
                  <a:gd name="connsiteX0" fmla="*/ 39039 w 107078"/>
                  <a:gd name="connsiteY0" fmla="*/ 12548 h 68178"/>
                  <a:gd name="connsiteX1" fmla="*/ 17986 w 107078"/>
                  <a:gd name="connsiteY1" fmla="*/ 18125 h 68178"/>
                  <a:gd name="connsiteX2" fmla="*/ 10457 w 107078"/>
                  <a:gd name="connsiteY2" fmla="*/ 33880 h 68178"/>
                  <a:gd name="connsiteX3" fmla="*/ 17986 w 107078"/>
                  <a:gd name="connsiteY3" fmla="*/ 49635 h 68178"/>
                  <a:gd name="connsiteX4" fmla="*/ 39039 w 107078"/>
                  <a:gd name="connsiteY4" fmla="*/ 55212 h 68178"/>
                  <a:gd name="connsiteX5" fmla="*/ 60092 w 107078"/>
                  <a:gd name="connsiteY5" fmla="*/ 49635 h 68178"/>
                  <a:gd name="connsiteX6" fmla="*/ 67621 w 107078"/>
                  <a:gd name="connsiteY6" fmla="*/ 33880 h 68178"/>
                  <a:gd name="connsiteX7" fmla="*/ 60092 w 107078"/>
                  <a:gd name="connsiteY7" fmla="*/ 18125 h 68178"/>
                  <a:gd name="connsiteX8" fmla="*/ 39039 w 107078"/>
                  <a:gd name="connsiteY8" fmla="*/ 12548 h 68178"/>
                  <a:gd name="connsiteX9" fmla="*/ 68597 w 107078"/>
                  <a:gd name="connsiteY9" fmla="*/ 0 h 68178"/>
                  <a:gd name="connsiteX10" fmla="*/ 97598 w 107078"/>
                  <a:gd name="connsiteY10" fmla="*/ 8644 h 68178"/>
                  <a:gd name="connsiteX11" fmla="*/ 107078 w 107078"/>
                  <a:gd name="connsiteY11" fmla="*/ 35135 h 68178"/>
                  <a:gd name="connsiteX12" fmla="*/ 106102 w 107078"/>
                  <a:gd name="connsiteY12" fmla="*/ 47544 h 68178"/>
                  <a:gd name="connsiteX13" fmla="*/ 103035 w 107078"/>
                  <a:gd name="connsiteY13" fmla="*/ 58977 h 68178"/>
                  <a:gd name="connsiteX14" fmla="*/ 90905 w 107078"/>
                  <a:gd name="connsiteY14" fmla="*/ 58977 h 68178"/>
                  <a:gd name="connsiteX15" fmla="*/ 95367 w 107078"/>
                  <a:gd name="connsiteY15" fmla="*/ 48102 h 68178"/>
                  <a:gd name="connsiteX16" fmla="*/ 96761 w 107078"/>
                  <a:gd name="connsiteY16" fmla="*/ 37087 h 68178"/>
                  <a:gd name="connsiteX17" fmla="*/ 90347 w 107078"/>
                  <a:gd name="connsiteY17" fmla="*/ 18683 h 68178"/>
                  <a:gd name="connsiteX18" fmla="*/ 70967 w 107078"/>
                  <a:gd name="connsiteY18" fmla="*/ 12548 h 68178"/>
                  <a:gd name="connsiteX19" fmla="*/ 64693 w 107078"/>
                  <a:gd name="connsiteY19" fmla="*/ 12548 h 68178"/>
                  <a:gd name="connsiteX20" fmla="*/ 74732 w 107078"/>
                  <a:gd name="connsiteY20" fmla="*/ 22447 h 68178"/>
                  <a:gd name="connsiteX21" fmla="*/ 78078 w 107078"/>
                  <a:gd name="connsiteY21" fmla="*/ 36948 h 68178"/>
                  <a:gd name="connsiteX22" fmla="*/ 67342 w 107078"/>
                  <a:gd name="connsiteY22" fmla="*/ 59534 h 68178"/>
                  <a:gd name="connsiteX23" fmla="*/ 39039 w 107078"/>
                  <a:gd name="connsiteY23" fmla="*/ 68179 h 68178"/>
                  <a:gd name="connsiteX24" fmla="*/ 10736 w 107078"/>
                  <a:gd name="connsiteY24" fmla="*/ 59534 h 68178"/>
                  <a:gd name="connsiteX25" fmla="*/ 0 w 107078"/>
                  <a:gd name="connsiteY25" fmla="*/ 36948 h 68178"/>
                  <a:gd name="connsiteX26" fmla="*/ 3346 w 107078"/>
                  <a:gd name="connsiteY26" fmla="*/ 22447 h 68178"/>
                  <a:gd name="connsiteX27" fmla="*/ 13385 w 107078"/>
                  <a:gd name="connsiteY27" fmla="*/ 12548 h 68178"/>
                  <a:gd name="connsiteX28" fmla="*/ 1813 w 107078"/>
                  <a:gd name="connsiteY28" fmla="*/ 12548 h 68178"/>
                  <a:gd name="connsiteX29" fmla="*/ 1813 w 107078"/>
                  <a:gd name="connsiteY29" fmla="*/ 0 h 68178"/>
                  <a:gd name="connsiteX30" fmla="*/ 68597 w 107078"/>
                  <a:gd name="connsiteY30" fmla="*/ 0 h 68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7078" h="68178">
                    <a:moveTo>
                      <a:pt x="39039" y="12548"/>
                    </a:moveTo>
                    <a:cubicBezTo>
                      <a:pt x="29976" y="12548"/>
                      <a:pt x="22866" y="14361"/>
                      <a:pt x="17986" y="18125"/>
                    </a:cubicBezTo>
                    <a:cubicBezTo>
                      <a:pt x="12967" y="21890"/>
                      <a:pt x="10457" y="27048"/>
                      <a:pt x="10457" y="33880"/>
                    </a:cubicBezTo>
                    <a:cubicBezTo>
                      <a:pt x="10457" y="40712"/>
                      <a:pt x="12967" y="45871"/>
                      <a:pt x="17986" y="49635"/>
                    </a:cubicBezTo>
                    <a:cubicBezTo>
                      <a:pt x="23005" y="53400"/>
                      <a:pt x="29976" y="55212"/>
                      <a:pt x="39039" y="55212"/>
                    </a:cubicBezTo>
                    <a:cubicBezTo>
                      <a:pt x="48102" y="55212"/>
                      <a:pt x="55073" y="53400"/>
                      <a:pt x="60092" y="49635"/>
                    </a:cubicBezTo>
                    <a:cubicBezTo>
                      <a:pt x="65111" y="45871"/>
                      <a:pt x="67621" y="40712"/>
                      <a:pt x="67621" y="33880"/>
                    </a:cubicBezTo>
                    <a:cubicBezTo>
                      <a:pt x="67621" y="27048"/>
                      <a:pt x="65111" y="21890"/>
                      <a:pt x="60092" y="18125"/>
                    </a:cubicBezTo>
                    <a:cubicBezTo>
                      <a:pt x="55073" y="14361"/>
                      <a:pt x="48102" y="12548"/>
                      <a:pt x="39039" y="12548"/>
                    </a:cubicBezTo>
                    <a:close/>
                    <a:moveTo>
                      <a:pt x="68597" y="0"/>
                    </a:moveTo>
                    <a:cubicBezTo>
                      <a:pt x="81564" y="0"/>
                      <a:pt x="91184" y="2928"/>
                      <a:pt x="97598" y="8644"/>
                    </a:cubicBezTo>
                    <a:cubicBezTo>
                      <a:pt x="103872" y="14361"/>
                      <a:pt x="107078" y="23284"/>
                      <a:pt x="107078" y="35135"/>
                    </a:cubicBezTo>
                    <a:cubicBezTo>
                      <a:pt x="107078" y="39597"/>
                      <a:pt x="106800" y="43640"/>
                      <a:pt x="106102" y="47544"/>
                    </a:cubicBezTo>
                    <a:cubicBezTo>
                      <a:pt x="105405" y="51448"/>
                      <a:pt x="104429" y="55212"/>
                      <a:pt x="103035" y="58977"/>
                    </a:cubicBezTo>
                    <a:lnTo>
                      <a:pt x="90905" y="58977"/>
                    </a:lnTo>
                    <a:cubicBezTo>
                      <a:pt x="92857" y="55352"/>
                      <a:pt x="94391" y="51727"/>
                      <a:pt x="95367" y="48102"/>
                    </a:cubicBezTo>
                    <a:cubicBezTo>
                      <a:pt x="96343" y="44476"/>
                      <a:pt x="96761" y="40852"/>
                      <a:pt x="96761" y="37087"/>
                    </a:cubicBezTo>
                    <a:cubicBezTo>
                      <a:pt x="96761" y="28861"/>
                      <a:pt x="94670" y="22726"/>
                      <a:pt x="90347" y="18683"/>
                    </a:cubicBezTo>
                    <a:cubicBezTo>
                      <a:pt x="86025" y="14640"/>
                      <a:pt x="79612" y="12548"/>
                      <a:pt x="70967" y="12548"/>
                    </a:cubicBezTo>
                    <a:lnTo>
                      <a:pt x="64693" y="12548"/>
                    </a:lnTo>
                    <a:cubicBezTo>
                      <a:pt x="69155" y="15197"/>
                      <a:pt x="72501" y="18404"/>
                      <a:pt x="74732" y="22447"/>
                    </a:cubicBezTo>
                    <a:cubicBezTo>
                      <a:pt x="76963" y="26491"/>
                      <a:pt x="78078" y="31371"/>
                      <a:pt x="78078" y="36948"/>
                    </a:cubicBezTo>
                    <a:cubicBezTo>
                      <a:pt x="78078" y="46289"/>
                      <a:pt x="74453" y="53818"/>
                      <a:pt x="67342" y="59534"/>
                    </a:cubicBezTo>
                    <a:cubicBezTo>
                      <a:pt x="60232" y="65251"/>
                      <a:pt x="50751" y="68179"/>
                      <a:pt x="39039" y="68179"/>
                    </a:cubicBezTo>
                    <a:cubicBezTo>
                      <a:pt x="27327" y="68179"/>
                      <a:pt x="17846" y="65251"/>
                      <a:pt x="10736" y="59534"/>
                    </a:cubicBezTo>
                    <a:cubicBezTo>
                      <a:pt x="3625" y="53818"/>
                      <a:pt x="0" y="46289"/>
                      <a:pt x="0" y="36948"/>
                    </a:cubicBezTo>
                    <a:cubicBezTo>
                      <a:pt x="0" y="31371"/>
                      <a:pt x="1115" y="26491"/>
                      <a:pt x="3346" y="22447"/>
                    </a:cubicBezTo>
                    <a:cubicBezTo>
                      <a:pt x="5577" y="18404"/>
                      <a:pt x="8923" y="15058"/>
                      <a:pt x="13385" y="12548"/>
                    </a:cubicBezTo>
                    <a:lnTo>
                      <a:pt x="1813" y="12548"/>
                    </a:lnTo>
                    <a:lnTo>
                      <a:pt x="1813" y="0"/>
                    </a:lnTo>
                    <a:lnTo>
                      <a:pt x="685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67" name="Forme libre : forme 166">
                <a:extLst>
                  <a:ext uri="{FF2B5EF4-FFF2-40B4-BE49-F238E27FC236}">
                    <a16:creationId xmlns:a16="http://schemas.microsoft.com/office/drawing/2014/main" id="{18FD7EE1-97F4-0F76-3FF7-806EB8FC5BEB}"/>
                  </a:ext>
                </a:extLst>
              </p:cNvPr>
              <p:cNvSpPr/>
              <p:nvPr/>
            </p:nvSpPr>
            <p:spPr>
              <a:xfrm>
                <a:off x="6445571" y="2889827"/>
                <a:ext cx="80029" cy="70827"/>
              </a:xfrm>
              <a:custGeom>
                <a:avLst/>
                <a:gdLst>
                  <a:gd name="connsiteX0" fmla="*/ 36808 w 80029"/>
                  <a:gd name="connsiteY0" fmla="*/ 279 h 70827"/>
                  <a:gd name="connsiteX1" fmla="*/ 42943 w 80029"/>
                  <a:gd name="connsiteY1" fmla="*/ 279 h 70827"/>
                  <a:gd name="connsiteX2" fmla="*/ 42943 w 80029"/>
                  <a:gd name="connsiteY2" fmla="*/ 57861 h 70827"/>
                  <a:gd name="connsiteX3" fmla="*/ 62602 w 80029"/>
                  <a:gd name="connsiteY3" fmla="*/ 50054 h 70827"/>
                  <a:gd name="connsiteX4" fmla="*/ 69434 w 80029"/>
                  <a:gd name="connsiteY4" fmla="*/ 30673 h 70827"/>
                  <a:gd name="connsiteX5" fmla="*/ 67621 w 80029"/>
                  <a:gd name="connsiteY5" fmla="*/ 16731 h 70827"/>
                  <a:gd name="connsiteX6" fmla="*/ 62323 w 80029"/>
                  <a:gd name="connsiteY6" fmla="*/ 3207 h 70827"/>
                  <a:gd name="connsiteX7" fmla="*/ 74174 w 80029"/>
                  <a:gd name="connsiteY7" fmla="*/ 3207 h 70827"/>
                  <a:gd name="connsiteX8" fmla="*/ 78496 w 80029"/>
                  <a:gd name="connsiteY8" fmla="*/ 17010 h 70827"/>
                  <a:gd name="connsiteX9" fmla="*/ 80030 w 80029"/>
                  <a:gd name="connsiteY9" fmla="*/ 31371 h 70827"/>
                  <a:gd name="connsiteX10" fmla="*/ 69434 w 80029"/>
                  <a:gd name="connsiteY10" fmla="*/ 60232 h 70827"/>
                  <a:gd name="connsiteX11" fmla="*/ 40712 w 80029"/>
                  <a:gd name="connsiteY11" fmla="*/ 70828 h 70827"/>
                  <a:gd name="connsiteX12" fmla="*/ 11015 w 80029"/>
                  <a:gd name="connsiteY12" fmla="*/ 60650 h 70827"/>
                  <a:gd name="connsiteX13" fmla="*/ 0 w 80029"/>
                  <a:gd name="connsiteY13" fmla="*/ 33323 h 70827"/>
                  <a:gd name="connsiteX14" fmla="*/ 9899 w 80029"/>
                  <a:gd name="connsiteY14" fmla="*/ 8923 h 70827"/>
                  <a:gd name="connsiteX15" fmla="*/ 36808 w 80029"/>
                  <a:gd name="connsiteY15" fmla="*/ 0 h 70827"/>
                  <a:gd name="connsiteX16" fmla="*/ 33183 w 80029"/>
                  <a:gd name="connsiteY16" fmla="*/ 12827 h 70827"/>
                  <a:gd name="connsiteX17" fmla="*/ 16731 w 80029"/>
                  <a:gd name="connsiteY17" fmla="*/ 18544 h 70827"/>
                  <a:gd name="connsiteX18" fmla="*/ 10596 w 80029"/>
                  <a:gd name="connsiteY18" fmla="*/ 33462 h 70827"/>
                  <a:gd name="connsiteX19" fmla="*/ 16592 w 80029"/>
                  <a:gd name="connsiteY19" fmla="*/ 50193 h 70827"/>
                  <a:gd name="connsiteX20" fmla="*/ 33323 w 80029"/>
                  <a:gd name="connsiteY20" fmla="*/ 57443 h 70827"/>
                  <a:gd name="connsiteX21" fmla="*/ 33323 w 80029"/>
                  <a:gd name="connsiteY21" fmla="*/ 12827 h 7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0029" h="70827">
                    <a:moveTo>
                      <a:pt x="36808" y="279"/>
                    </a:moveTo>
                    <a:lnTo>
                      <a:pt x="42943" y="279"/>
                    </a:lnTo>
                    <a:lnTo>
                      <a:pt x="42943" y="57861"/>
                    </a:lnTo>
                    <a:cubicBezTo>
                      <a:pt x="51587" y="57304"/>
                      <a:pt x="58140" y="54655"/>
                      <a:pt x="62602" y="50054"/>
                    </a:cubicBezTo>
                    <a:cubicBezTo>
                      <a:pt x="67063" y="45453"/>
                      <a:pt x="69434" y="38900"/>
                      <a:pt x="69434" y="30673"/>
                    </a:cubicBezTo>
                    <a:cubicBezTo>
                      <a:pt x="69434" y="25933"/>
                      <a:pt x="68876" y="21193"/>
                      <a:pt x="67621" y="16731"/>
                    </a:cubicBezTo>
                    <a:cubicBezTo>
                      <a:pt x="66366" y="12269"/>
                      <a:pt x="64693" y="7668"/>
                      <a:pt x="62323" y="3207"/>
                    </a:cubicBezTo>
                    <a:lnTo>
                      <a:pt x="74174" y="3207"/>
                    </a:lnTo>
                    <a:cubicBezTo>
                      <a:pt x="76126" y="7668"/>
                      <a:pt x="77520" y="12269"/>
                      <a:pt x="78496" y="17010"/>
                    </a:cubicBezTo>
                    <a:cubicBezTo>
                      <a:pt x="79472" y="21750"/>
                      <a:pt x="80030" y="26491"/>
                      <a:pt x="80030" y="31371"/>
                    </a:cubicBezTo>
                    <a:cubicBezTo>
                      <a:pt x="80030" y="43501"/>
                      <a:pt x="76544" y="53121"/>
                      <a:pt x="69434" y="60232"/>
                    </a:cubicBezTo>
                    <a:cubicBezTo>
                      <a:pt x="62323" y="67342"/>
                      <a:pt x="52703" y="70828"/>
                      <a:pt x="40712" y="70828"/>
                    </a:cubicBezTo>
                    <a:cubicBezTo>
                      <a:pt x="28722" y="70828"/>
                      <a:pt x="18404" y="67482"/>
                      <a:pt x="11015" y="60650"/>
                    </a:cubicBezTo>
                    <a:cubicBezTo>
                      <a:pt x="3625" y="53958"/>
                      <a:pt x="0" y="44755"/>
                      <a:pt x="0" y="33323"/>
                    </a:cubicBezTo>
                    <a:cubicBezTo>
                      <a:pt x="0" y="23005"/>
                      <a:pt x="3346" y="14918"/>
                      <a:pt x="9899" y="8923"/>
                    </a:cubicBezTo>
                    <a:cubicBezTo>
                      <a:pt x="16452" y="2928"/>
                      <a:pt x="25515" y="0"/>
                      <a:pt x="36808" y="0"/>
                    </a:cubicBezTo>
                    <a:close/>
                    <a:moveTo>
                      <a:pt x="33183" y="12827"/>
                    </a:moveTo>
                    <a:cubicBezTo>
                      <a:pt x="26351" y="12827"/>
                      <a:pt x="20914" y="14779"/>
                      <a:pt x="16731" y="18544"/>
                    </a:cubicBezTo>
                    <a:cubicBezTo>
                      <a:pt x="12688" y="22308"/>
                      <a:pt x="10596" y="27188"/>
                      <a:pt x="10596" y="33462"/>
                    </a:cubicBezTo>
                    <a:cubicBezTo>
                      <a:pt x="10596" y="40433"/>
                      <a:pt x="12548" y="46010"/>
                      <a:pt x="16592" y="50193"/>
                    </a:cubicBezTo>
                    <a:cubicBezTo>
                      <a:pt x="20635" y="54376"/>
                      <a:pt x="26072" y="56746"/>
                      <a:pt x="33323" y="57443"/>
                    </a:cubicBezTo>
                    <a:lnTo>
                      <a:pt x="33323" y="12827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sp>
        <p:nvSpPr>
          <p:cNvPr id="168" name="Forme libre : forme 167">
            <a:extLst>
              <a:ext uri="{FF2B5EF4-FFF2-40B4-BE49-F238E27FC236}">
                <a16:creationId xmlns:a16="http://schemas.microsoft.com/office/drawing/2014/main" id="{4C478D6A-68F0-27FB-1D3E-F9EB562A6AC5}"/>
              </a:ext>
            </a:extLst>
          </p:cNvPr>
          <p:cNvSpPr/>
          <p:nvPr/>
        </p:nvSpPr>
        <p:spPr>
          <a:xfrm>
            <a:off x="7017492" y="3912927"/>
            <a:ext cx="1073015" cy="268532"/>
          </a:xfrm>
          <a:custGeom>
            <a:avLst/>
            <a:gdLst>
              <a:gd name="connsiteX0" fmla="*/ 0 w 1073015"/>
              <a:gd name="connsiteY0" fmla="*/ 268532 h 268532"/>
              <a:gd name="connsiteX1" fmla="*/ 1073015 w 1073015"/>
              <a:gd name="connsiteY1" fmla="*/ 268532 h 268532"/>
              <a:gd name="connsiteX2" fmla="*/ 1073015 w 1073015"/>
              <a:gd name="connsiteY2" fmla="*/ 0 h 268532"/>
              <a:gd name="connsiteX3" fmla="*/ 0 w 1073015"/>
              <a:gd name="connsiteY3" fmla="*/ 0 h 268532"/>
              <a:gd name="connsiteX4" fmla="*/ 0 w 1073015"/>
              <a:gd name="connsiteY4" fmla="*/ 268532 h 26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3015" h="268532">
                <a:moveTo>
                  <a:pt x="0" y="268532"/>
                </a:moveTo>
                <a:lnTo>
                  <a:pt x="1073015" y="268532"/>
                </a:lnTo>
                <a:lnTo>
                  <a:pt x="1073015" y="0"/>
                </a:lnTo>
                <a:lnTo>
                  <a:pt x="0" y="0"/>
                </a:lnTo>
                <a:lnTo>
                  <a:pt x="0" y="268532"/>
                </a:lnTo>
                <a:close/>
              </a:path>
            </a:pathLst>
          </a:custGeom>
          <a:solidFill>
            <a:srgbClr val="CB3335"/>
          </a:solidFill>
          <a:ln w="6894" cap="flat">
            <a:solidFill>
              <a:srgbClr val="484848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9" name="Forme libre : forme 168">
            <a:extLst>
              <a:ext uri="{FF2B5EF4-FFF2-40B4-BE49-F238E27FC236}">
                <a16:creationId xmlns:a16="http://schemas.microsoft.com/office/drawing/2014/main" id="{3E20C99A-2269-FFC2-1EAF-8B8484FD5991}"/>
              </a:ext>
            </a:extLst>
          </p:cNvPr>
          <p:cNvSpPr/>
          <p:nvPr/>
        </p:nvSpPr>
        <p:spPr>
          <a:xfrm>
            <a:off x="7554000" y="4181460"/>
            <a:ext cx="13942" cy="44755"/>
          </a:xfrm>
          <a:custGeom>
            <a:avLst/>
            <a:gdLst>
              <a:gd name="connsiteX0" fmla="*/ 0 w 13942"/>
              <a:gd name="connsiteY0" fmla="*/ 0 h 44755"/>
              <a:gd name="connsiteX1" fmla="*/ 0 w 13942"/>
              <a:gd name="connsiteY1" fmla="*/ 44756 h 44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42" h="44755">
                <a:moveTo>
                  <a:pt x="0" y="0"/>
                </a:moveTo>
                <a:lnTo>
                  <a:pt x="0" y="44756"/>
                </a:lnTo>
              </a:path>
            </a:pathLst>
          </a:custGeom>
          <a:noFill/>
          <a:ln w="6894" cap="flat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0" name="Forme libre : forme 169">
            <a:extLst>
              <a:ext uri="{FF2B5EF4-FFF2-40B4-BE49-F238E27FC236}">
                <a16:creationId xmlns:a16="http://schemas.microsoft.com/office/drawing/2014/main" id="{45EAFAB0-E11A-D7D6-192A-622FE2A08283}"/>
              </a:ext>
            </a:extLst>
          </p:cNvPr>
          <p:cNvSpPr/>
          <p:nvPr/>
        </p:nvSpPr>
        <p:spPr>
          <a:xfrm>
            <a:off x="7554000" y="3868032"/>
            <a:ext cx="13942" cy="44755"/>
          </a:xfrm>
          <a:custGeom>
            <a:avLst/>
            <a:gdLst>
              <a:gd name="connsiteX0" fmla="*/ 0 w 13942"/>
              <a:gd name="connsiteY0" fmla="*/ 44755 h 44755"/>
              <a:gd name="connsiteX1" fmla="*/ 0 w 13942"/>
              <a:gd name="connsiteY1" fmla="*/ 0 h 44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42" h="44755">
                <a:moveTo>
                  <a:pt x="0" y="44755"/>
                </a:moveTo>
                <a:lnTo>
                  <a:pt x="0" y="0"/>
                </a:lnTo>
              </a:path>
            </a:pathLst>
          </a:custGeom>
          <a:noFill/>
          <a:ln w="6894" cap="flat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1" name="Forme libre : forme 170">
            <a:extLst>
              <a:ext uri="{FF2B5EF4-FFF2-40B4-BE49-F238E27FC236}">
                <a16:creationId xmlns:a16="http://schemas.microsoft.com/office/drawing/2014/main" id="{EBD5EC42-DC52-02BD-A305-A031D7D08C63}"/>
              </a:ext>
            </a:extLst>
          </p:cNvPr>
          <p:cNvSpPr/>
          <p:nvPr/>
        </p:nvSpPr>
        <p:spPr>
          <a:xfrm>
            <a:off x="7285746" y="4226215"/>
            <a:ext cx="536507" cy="13942"/>
          </a:xfrm>
          <a:custGeom>
            <a:avLst/>
            <a:gdLst>
              <a:gd name="connsiteX0" fmla="*/ 0 w 536507"/>
              <a:gd name="connsiteY0" fmla="*/ 0 h 13942"/>
              <a:gd name="connsiteX1" fmla="*/ 536508 w 536507"/>
              <a:gd name="connsiteY1" fmla="*/ 0 h 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6507" h="13942">
                <a:moveTo>
                  <a:pt x="0" y="0"/>
                </a:moveTo>
                <a:lnTo>
                  <a:pt x="536508" y="0"/>
                </a:lnTo>
              </a:path>
            </a:pathLst>
          </a:custGeom>
          <a:noFill/>
          <a:ln w="6894" cap="sq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2" name="Forme libre : forme 171">
            <a:extLst>
              <a:ext uri="{FF2B5EF4-FFF2-40B4-BE49-F238E27FC236}">
                <a16:creationId xmlns:a16="http://schemas.microsoft.com/office/drawing/2014/main" id="{EE14939E-839A-59DF-597D-103CD3856E24}"/>
              </a:ext>
            </a:extLst>
          </p:cNvPr>
          <p:cNvSpPr/>
          <p:nvPr/>
        </p:nvSpPr>
        <p:spPr>
          <a:xfrm>
            <a:off x="7285746" y="3868032"/>
            <a:ext cx="536507" cy="13942"/>
          </a:xfrm>
          <a:custGeom>
            <a:avLst/>
            <a:gdLst>
              <a:gd name="connsiteX0" fmla="*/ 0 w 536507"/>
              <a:gd name="connsiteY0" fmla="*/ 0 h 13942"/>
              <a:gd name="connsiteX1" fmla="*/ 536508 w 536507"/>
              <a:gd name="connsiteY1" fmla="*/ 0 h 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6507" h="13942">
                <a:moveTo>
                  <a:pt x="0" y="0"/>
                </a:moveTo>
                <a:lnTo>
                  <a:pt x="536508" y="0"/>
                </a:lnTo>
              </a:path>
            </a:pathLst>
          </a:custGeom>
          <a:noFill/>
          <a:ln w="6894" cap="sq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173" name="Graphique 2">
            <a:extLst>
              <a:ext uri="{FF2B5EF4-FFF2-40B4-BE49-F238E27FC236}">
                <a16:creationId xmlns:a16="http://schemas.microsoft.com/office/drawing/2014/main" id="{CBC5767B-8E98-4C1E-313E-713A2AECCE29}"/>
              </a:ext>
            </a:extLst>
          </p:cNvPr>
          <p:cNvGrpSpPr/>
          <p:nvPr/>
        </p:nvGrpSpPr>
        <p:grpSpPr>
          <a:xfrm>
            <a:off x="7512172" y="1767037"/>
            <a:ext cx="168914" cy="776946"/>
            <a:chOff x="7512172" y="1767037"/>
            <a:chExt cx="168914" cy="776946"/>
          </a:xfrm>
          <a:solidFill>
            <a:srgbClr val="000000"/>
          </a:solidFill>
        </p:grpSpPr>
        <p:sp>
          <p:nvSpPr>
            <p:cNvPr id="174" name="Forme libre : forme 173">
              <a:extLst>
                <a:ext uri="{FF2B5EF4-FFF2-40B4-BE49-F238E27FC236}">
                  <a16:creationId xmlns:a16="http://schemas.microsoft.com/office/drawing/2014/main" id="{6BC33611-A6B4-C1E8-FCC4-06F30E9FEC30}"/>
                </a:ext>
              </a:extLst>
            </p:cNvPr>
            <p:cNvSpPr/>
            <p:nvPr/>
          </p:nvSpPr>
          <p:spPr>
            <a:xfrm>
              <a:off x="7512172" y="2080325"/>
              <a:ext cx="83655" cy="83654"/>
            </a:xfrm>
            <a:custGeom>
              <a:avLst/>
              <a:gdLst>
                <a:gd name="connsiteX0" fmla="*/ 41828 w 83655"/>
                <a:gd name="connsiteY0" fmla="*/ 83655 h 83654"/>
                <a:gd name="connsiteX1" fmla="*/ 71386 w 83655"/>
                <a:gd name="connsiteY1" fmla="*/ 71386 h 83654"/>
                <a:gd name="connsiteX2" fmla="*/ 83655 w 83655"/>
                <a:gd name="connsiteY2" fmla="*/ 41827 h 83654"/>
                <a:gd name="connsiteX3" fmla="*/ 71386 w 83655"/>
                <a:gd name="connsiteY3" fmla="*/ 12269 h 83654"/>
                <a:gd name="connsiteX4" fmla="*/ 41828 w 83655"/>
                <a:gd name="connsiteY4" fmla="*/ 0 h 83654"/>
                <a:gd name="connsiteX5" fmla="*/ 12269 w 83655"/>
                <a:gd name="connsiteY5" fmla="*/ 12269 h 83654"/>
                <a:gd name="connsiteX6" fmla="*/ 0 w 83655"/>
                <a:gd name="connsiteY6" fmla="*/ 41827 h 83654"/>
                <a:gd name="connsiteX7" fmla="*/ 12269 w 83655"/>
                <a:gd name="connsiteY7" fmla="*/ 71386 h 83654"/>
                <a:gd name="connsiteX8" fmla="*/ 41828 w 83655"/>
                <a:gd name="connsiteY8" fmla="*/ 83655 h 8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655" h="83654">
                  <a:moveTo>
                    <a:pt x="41828" y="83655"/>
                  </a:moveTo>
                  <a:cubicBezTo>
                    <a:pt x="52982" y="83655"/>
                    <a:pt x="63578" y="79193"/>
                    <a:pt x="71386" y="71386"/>
                  </a:cubicBezTo>
                  <a:cubicBezTo>
                    <a:pt x="79193" y="63578"/>
                    <a:pt x="83655" y="52842"/>
                    <a:pt x="83655" y="41827"/>
                  </a:cubicBezTo>
                  <a:cubicBezTo>
                    <a:pt x="83655" y="30813"/>
                    <a:pt x="79193" y="20077"/>
                    <a:pt x="71386" y="12269"/>
                  </a:cubicBezTo>
                  <a:cubicBezTo>
                    <a:pt x="63578" y="4462"/>
                    <a:pt x="52842" y="0"/>
                    <a:pt x="41828" y="0"/>
                  </a:cubicBezTo>
                  <a:cubicBezTo>
                    <a:pt x="30813" y="0"/>
                    <a:pt x="20077" y="4462"/>
                    <a:pt x="12269" y="12269"/>
                  </a:cubicBezTo>
                  <a:cubicBezTo>
                    <a:pt x="4462" y="20077"/>
                    <a:pt x="0" y="30813"/>
                    <a:pt x="0" y="41827"/>
                  </a:cubicBezTo>
                  <a:cubicBezTo>
                    <a:pt x="0" y="52842"/>
                    <a:pt x="4462" y="63578"/>
                    <a:pt x="12269" y="71386"/>
                  </a:cubicBezTo>
                  <a:cubicBezTo>
                    <a:pt x="20077" y="79193"/>
                    <a:pt x="30813" y="83655"/>
                    <a:pt x="41828" y="83655"/>
                  </a:cubicBezTo>
                  <a:close/>
                </a:path>
              </a:pathLst>
            </a:custGeom>
            <a:solidFill>
              <a:srgbClr val="000000"/>
            </a:solidFill>
            <a:ln w="6894" cap="flat">
              <a:solidFill>
                <a:srgbClr val="48484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5" name="Forme libre : forme 174">
              <a:extLst>
                <a:ext uri="{FF2B5EF4-FFF2-40B4-BE49-F238E27FC236}">
                  <a16:creationId xmlns:a16="http://schemas.microsoft.com/office/drawing/2014/main" id="{459CC9AD-76B0-FCEF-2E75-914AD22A2A58}"/>
                </a:ext>
              </a:extLst>
            </p:cNvPr>
            <p:cNvSpPr/>
            <p:nvPr/>
          </p:nvSpPr>
          <p:spPr>
            <a:xfrm>
              <a:off x="7512172" y="1767037"/>
              <a:ext cx="83655" cy="83655"/>
            </a:xfrm>
            <a:custGeom>
              <a:avLst/>
              <a:gdLst>
                <a:gd name="connsiteX0" fmla="*/ 41828 w 83655"/>
                <a:gd name="connsiteY0" fmla="*/ 83655 h 83655"/>
                <a:gd name="connsiteX1" fmla="*/ 71386 w 83655"/>
                <a:gd name="connsiteY1" fmla="*/ 71386 h 83655"/>
                <a:gd name="connsiteX2" fmla="*/ 83655 w 83655"/>
                <a:gd name="connsiteY2" fmla="*/ 41827 h 83655"/>
                <a:gd name="connsiteX3" fmla="*/ 71386 w 83655"/>
                <a:gd name="connsiteY3" fmla="*/ 12269 h 83655"/>
                <a:gd name="connsiteX4" fmla="*/ 41828 w 83655"/>
                <a:gd name="connsiteY4" fmla="*/ 0 h 83655"/>
                <a:gd name="connsiteX5" fmla="*/ 12269 w 83655"/>
                <a:gd name="connsiteY5" fmla="*/ 12269 h 83655"/>
                <a:gd name="connsiteX6" fmla="*/ 0 w 83655"/>
                <a:gd name="connsiteY6" fmla="*/ 41827 h 83655"/>
                <a:gd name="connsiteX7" fmla="*/ 12269 w 83655"/>
                <a:gd name="connsiteY7" fmla="*/ 71386 h 83655"/>
                <a:gd name="connsiteX8" fmla="*/ 41828 w 83655"/>
                <a:gd name="connsiteY8" fmla="*/ 83655 h 83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655" h="83655">
                  <a:moveTo>
                    <a:pt x="41828" y="83655"/>
                  </a:moveTo>
                  <a:cubicBezTo>
                    <a:pt x="52982" y="83655"/>
                    <a:pt x="63578" y="79193"/>
                    <a:pt x="71386" y="71386"/>
                  </a:cubicBezTo>
                  <a:cubicBezTo>
                    <a:pt x="79193" y="63578"/>
                    <a:pt x="83655" y="52842"/>
                    <a:pt x="83655" y="41827"/>
                  </a:cubicBezTo>
                  <a:cubicBezTo>
                    <a:pt x="83655" y="30813"/>
                    <a:pt x="79193" y="20077"/>
                    <a:pt x="71386" y="12269"/>
                  </a:cubicBezTo>
                  <a:cubicBezTo>
                    <a:pt x="63578" y="4462"/>
                    <a:pt x="52842" y="0"/>
                    <a:pt x="41828" y="0"/>
                  </a:cubicBezTo>
                  <a:cubicBezTo>
                    <a:pt x="30813" y="0"/>
                    <a:pt x="20077" y="4462"/>
                    <a:pt x="12269" y="12269"/>
                  </a:cubicBezTo>
                  <a:cubicBezTo>
                    <a:pt x="4462" y="20077"/>
                    <a:pt x="0" y="30813"/>
                    <a:pt x="0" y="41827"/>
                  </a:cubicBezTo>
                  <a:cubicBezTo>
                    <a:pt x="0" y="52842"/>
                    <a:pt x="4462" y="63578"/>
                    <a:pt x="12269" y="71386"/>
                  </a:cubicBezTo>
                  <a:cubicBezTo>
                    <a:pt x="20077" y="79193"/>
                    <a:pt x="30813" y="83655"/>
                    <a:pt x="41828" y="83655"/>
                  </a:cubicBezTo>
                  <a:close/>
                </a:path>
              </a:pathLst>
            </a:custGeom>
            <a:solidFill>
              <a:srgbClr val="000000"/>
            </a:solidFill>
            <a:ln w="6894" cap="flat">
              <a:solidFill>
                <a:srgbClr val="48484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6" name="Forme libre : forme 175">
              <a:extLst>
                <a:ext uri="{FF2B5EF4-FFF2-40B4-BE49-F238E27FC236}">
                  <a16:creationId xmlns:a16="http://schemas.microsoft.com/office/drawing/2014/main" id="{59B0F8FA-E85A-B7E7-3DC8-64464881D349}"/>
                </a:ext>
              </a:extLst>
            </p:cNvPr>
            <p:cNvSpPr/>
            <p:nvPr/>
          </p:nvSpPr>
          <p:spPr>
            <a:xfrm>
              <a:off x="7512172" y="2080325"/>
              <a:ext cx="83655" cy="83654"/>
            </a:xfrm>
            <a:custGeom>
              <a:avLst/>
              <a:gdLst>
                <a:gd name="connsiteX0" fmla="*/ 41828 w 83655"/>
                <a:gd name="connsiteY0" fmla="*/ 83655 h 83654"/>
                <a:gd name="connsiteX1" fmla="*/ 71386 w 83655"/>
                <a:gd name="connsiteY1" fmla="*/ 71386 h 83654"/>
                <a:gd name="connsiteX2" fmla="*/ 83655 w 83655"/>
                <a:gd name="connsiteY2" fmla="*/ 41827 h 83654"/>
                <a:gd name="connsiteX3" fmla="*/ 71386 w 83655"/>
                <a:gd name="connsiteY3" fmla="*/ 12269 h 83654"/>
                <a:gd name="connsiteX4" fmla="*/ 41828 w 83655"/>
                <a:gd name="connsiteY4" fmla="*/ 0 h 83654"/>
                <a:gd name="connsiteX5" fmla="*/ 12269 w 83655"/>
                <a:gd name="connsiteY5" fmla="*/ 12269 h 83654"/>
                <a:gd name="connsiteX6" fmla="*/ 0 w 83655"/>
                <a:gd name="connsiteY6" fmla="*/ 41827 h 83654"/>
                <a:gd name="connsiteX7" fmla="*/ 12269 w 83655"/>
                <a:gd name="connsiteY7" fmla="*/ 71386 h 83654"/>
                <a:gd name="connsiteX8" fmla="*/ 41828 w 83655"/>
                <a:gd name="connsiteY8" fmla="*/ 83655 h 8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655" h="83654">
                  <a:moveTo>
                    <a:pt x="41828" y="83655"/>
                  </a:moveTo>
                  <a:cubicBezTo>
                    <a:pt x="52982" y="83655"/>
                    <a:pt x="63578" y="79193"/>
                    <a:pt x="71386" y="71386"/>
                  </a:cubicBezTo>
                  <a:cubicBezTo>
                    <a:pt x="79193" y="63578"/>
                    <a:pt x="83655" y="52842"/>
                    <a:pt x="83655" y="41827"/>
                  </a:cubicBezTo>
                  <a:cubicBezTo>
                    <a:pt x="83655" y="30813"/>
                    <a:pt x="79193" y="20077"/>
                    <a:pt x="71386" y="12269"/>
                  </a:cubicBezTo>
                  <a:cubicBezTo>
                    <a:pt x="63578" y="4462"/>
                    <a:pt x="52842" y="0"/>
                    <a:pt x="41828" y="0"/>
                  </a:cubicBezTo>
                  <a:cubicBezTo>
                    <a:pt x="30813" y="0"/>
                    <a:pt x="20077" y="4462"/>
                    <a:pt x="12269" y="12269"/>
                  </a:cubicBezTo>
                  <a:cubicBezTo>
                    <a:pt x="4462" y="20077"/>
                    <a:pt x="0" y="30813"/>
                    <a:pt x="0" y="41827"/>
                  </a:cubicBezTo>
                  <a:cubicBezTo>
                    <a:pt x="0" y="52842"/>
                    <a:pt x="4462" y="63578"/>
                    <a:pt x="12269" y="71386"/>
                  </a:cubicBezTo>
                  <a:cubicBezTo>
                    <a:pt x="20077" y="79193"/>
                    <a:pt x="30813" y="83655"/>
                    <a:pt x="41828" y="83655"/>
                  </a:cubicBezTo>
                  <a:close/>
                </a:path>
              </a:pathLst>
            </a:custGeom>
            <a:solidFill>
              <a:srgbClr val="000000"/>
            </a:solidFill>
            <a:ln w="6894" cap="flat">
              <a:solidFill>
                <a:srgbClr val="48484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77" name="Forme libre : forme 176">
            <a:extLst>
              <a:ext uri="{FF2B5EF4-FFF2-40B4-BE49-F238E27FC236}">
                <a16:creationId xmlns:a16="http://schemas.microsoft.com/office/drawing/2014/main" id="{2585D653-1824-D546-C31A-FC1D638F29D9}"/>
              </a:ext>
            </a:extLst>
          </p:cNvPr>
          <p:cNvSpPr/>
          <p:nvPr/>
        </p:nvSpPr>
        <p:spPr>
          <a:xfrm>
            <a:off x="8358761" y="2021488"/>
            <a:ext cx="1073014" cy="167867"/>
          </a:xfrm>
          <a:custGeom>
            <a:avLst/>
            <a:gdLst>
              <a:gd name="connsiteX0" fmla="*/ 0 w 1073014"/>
              <a:gd name="connsiteY0" fmla="*/ 167868 h 167867"/>
              <a:gd name="connsiteX1" fmla="*/ 1073015 w 1073014"/>
              <a:gd name="connsiteY1" fmla="*/ 167868 h 167867"/>
              <a:gd name="connsiteX2" fmla="*/ 1073015 w 1073014"/>
              <a:gd name="connsiteY2" fmla="*/ 0 h 167867"/>
              <a:gd name="connsiteX3" fmla="*/ 0 w 1073014"/>
              <a:gd name="connsiteY3" fmla="*/ 0 h 167867"/>
              <a:gd name="connsiteX4" fmla="*/ 0 w 1073014"/>
              <a:gd name="connsiteY4" fmla="*/ 167868 h 16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3014" h="167867">
                <a:moveTo>
                  <a:pt x="0" y="167868"/>
                </a:moveTo>
                <a:lnTo>
                  <a:pt x="1073015" y="167868"/>
                </a:lnTo>
                <a:lnTo>
                  <a:pt x="1073015" y="0"/>
                </a:lnTo>
                <a:lnTo>
                  <a:pt x="0" y="0"/>
                </a:lnTo>
                <a:lnTo>
                  <a:pt x="0" y="167868"/>
                </a:lnTo>
                <a:close/>
              </a:path>
            </a:pathLst>
          </a:custGeom>
          <a:solidFill>
            <a:srgbClr val="477CA8"/>
          </a:solidFill>
          <a:ln w="6894" cap="flat">
            <a:solidFill>
              <a:srgbClr val="484848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8" name="Forme libre : forme 177">
            <a:extLst>
              <a:ext uri="{FF2B5EF4-FFF2-40B4-BE49-F238E27FC236}">
                <a16:creationId xmlns:a16="http://schemas.microsoft.com/office/drawing/2014/main" id="{7D8CFC2F-DD0C-C111-51EB-96A29E2A7860}"/>
              </a:ext>
            </a:extLst>
          </p:cNvPr>
          <p:cNvSpPr/>
          <p:nvPr/>
        </p:nvSpPr>
        <p:spPr>
          <a:xfrm>
            <a:off x="8895269" y="2189356"/>
            <a:ext cx="13942" cy="67202"/>
          </a:xfrm>
          <a:custGeom>
            <a:avLst/>
            <a:gdLst>
              <a:gd name="connsiteX0" fmla="*/ 0 w 13942"/>
              <a:gd name="connsiteY0" fmla="*/ 0 h 67202"/>
              <a:gd name="connsiteX1" fmla="*/ 0 w 13942"/>
              <a:gd name="connsiteY1" fmla="*/ 67203 h 6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42" h="67202">
                <a:moveTo>
                  <a:pt x="0" y="0"/>
                </a:moveTo>
                <a:lnTo>
                  <a:pt x="0" y="67203"/>
                </a:lnTo>
              </a:path>
            </a:pathLst>
          </a:custGeom>
          <a:noFill/>
          <a:ln w="6894" cap="flat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9" name="Forme libre : forme 178">
            <a:extLst>
              <a:ext uri="{FF2B5EF4-FFF2-40B4-BE49-F238E27FC236}">
                <a16:creationId xmlns:a16="http://schemas.microsoft.com/office/drawing/2014/main" id="{7209A86A-3F07-4E27-B860-980E23B08404}"/>
              </a:ext>
            </a:extLst>
          </p:cNvPr>
          <p:cNvSpPr/>
          <p:nvPr/>
        </p:nvSpPr>
        <p:spPr>
          <a:xfrm>
            <a:off x="8895269" y="1808865"/>
            <a:ext cx="13942" cy="212623"/>
          </a:xfrm>
          <a:custGeom>
            <a:avLst/>
            <a:gdLst>
              <a:gd name="connsiteX0" fmla="*/ 0 w 13942"/>
              <a:gd name="connsiteY0" fmla="*/ 212623 h 212623"/>
              <a:gd name="connsiteX1" fmla="*/ 0 w 13942"/>
              <a:gd name="connsiteY1" fmla="*/ 0 h 212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42" h="212623">
                <a:moveTo>
                  <a:pt x="0" y="212623"/>
                </a:moveTo>
                <a:lnTo>
                  <a:pt x="0" y="0"/>
                </a:lnTo>
              </a:path>
            </a:pathLst>
          </a:custGeom>
          <a:noFill/>
          <a:ln w="6894" cap="flat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0" name="Forme libre : forme 179">
            <a:extLst>
              <a:ext uri="{FF2B5EF4-FFF2-40B4-BE49-F238E27FC236}">
                <a16:creationId xmlns:a16="http://schemas.microsoft.com/office/drawing/2014/main" id="{B61532D2-E433-0916-5490-381B56072864}"/>
              </a:ext>
            </a:extLst>
          </p:cNvPr>
          <p:cNvSpPr/>
          <p:nvPr/>
        </p:nvSpPr>
        <p:spPr>
          <a:xfrm>
            <a:off x="8627015" y="2256558"/>
            <a:ext cx="536507" cy="13942"/>
          </a:xfrm>
          <a:custGeom>
            <a:avLst/>
            <a:gdLst>
              <a:gd name="connsiteX0" fmla="*/ 0 w 536507"/>
              <a:gd name="connsiteY0" fmla="*/ 0 h 13942"/>
              <a:gd name="connsiteX1" fmla="*/ 536507 w 536507"/>
              <a:gd name="connsiteY1" fmla="*/ 0 h 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6507" h="13942">
                <a:moveTo>
                  <a:pt x="0" y="0"/>
                </a:moveTo>
                <a:lnTo>
                  <a:pt x="536507" y="0"/>
                </a:lnTo>
              </a:path>
            </a:pathLst>
          </a:custGeom>
          <a:noFill/>
          <a:ln w="6894" cap="sq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1" name="Forme libre : forme 180">
            <a:extLst>
              <a:ext uri="{FF2B5EF4-FFF2-40B4-BE49-F238E27FC236}">
                <a16:creationId xmlns:a16="http://schemas.microsoft.com/office/drawing/2014/main" id="{CE86A228-E1C0-4432-D705-F1638B3F5F27}"/>
              </a:ext>
            </a:extLst>
          </p:cNvPr>
          <p:cNvSpPr/>
          <p:nvPr/>
        </p:nvSpPr>
        <p:spPr>
          <a:xfrm>
            <a:off x="8627015" y="1808865"/>
            <a:ext cx="536507" cy="13942"/>
          </a:xfrm>
          <a:custGeom>
            <a:avLst/>
            <a:gdLst>
              <a:gd name="connsiteX0" fmla="*/ 0 w 536507"/>
              <a:gd name="connsiteY0" fmla="*/ 0 h 13942"/>
              <a:gd name="connsiteX1" fmla="*/ 536507 w 536507"/>
              <a:gd name="connsiteY1" fmla="*/ 0 h 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6507" h="13942">
                <a:moveTo>
                  <a:pt x="0" y="0"/>
                </a:moveTo>
                <a:lnTo>
                  <a:pt x="536507" y="0"/>
                </a:lnTo>
              </a:path>
            </a:pathLst>
          </a:custGeom>
          <a:noFill/>
          <a:ln w="6894" cap="sq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182" name="Graphique 2">
            <a:extLst>
              <a:ext uri="{FF2B5EF4-FFF2-40B4-BE49-F238E27FC236}">
                <a16:creationId xmlns:a16="http://schemas.microsoft.com/office/drawing/2014/main" id="{AF8B36B3-E7E6-44DC-46F8-E265A7F1F311}"/>
              </a:ext>
            </a:extLst>
          </p:cNvPr>
          <p:cNvGrpSpPr/>
          <p:nvPr/>
        </p:nvGrpSpPr>
        <p:grpSpPr>
          <a:xfrm>
            <a:off x="8853441" y="3826205"/>
            <a:ext cx="168914" cy="864820"/>
            <a:chOff x="8853441" y="3826205"/>
            <a:chExt cx="168914" cy="864820"/>
          </a:xfrm>
          <a:solidFill>
            <a:srgbClr val="000000"/>
          </a:solidFill>
        </p:grpSpPr>
        <p:sp>
          <p:nvSpPr>
            <p:cNvPr id="183" name="Forme libre : forme 182">
              <a:extLst>
                <a:ext uri="{FF2B5EF4-FFF2-40B4-BE49-F238E27FC236}">
                  <a16:creationId xmlns:a16="http://schemas.microsoft.com/office/drawing/2014/main" id="{26B3BDF7-7C85-AC5F-538B-776FA1327E18}"/>
                </a:ext>
              </a:extLst>
            </p:cNvPr>
            <p:cNvSpPr/>
            <p:nvPr/>
          </p:nvSpPr>
          <p:spPr>
            <a:xfrm>
              <a:off x="8853441" y="3960611"/>
              <a:ext cx="83655" cy="83654"/>
            </a:xfrm>
            <a:custGeom>
              <a:avLst/>
              <a:gdLst>
                <a:gd name="connsiteX0" fmla="*/ 41828 w 83655"/>
                <a:gd name="connsiteY0" fmla="*/ 83655 h 83654"/>
                <a:gd name="connsiteX1" fmla="*/ 71386 w 83655"/>
                <a:gd name="connsiteY1" fmla="*/ 71386 h 83654"/>
                <a:gd name="connsiteX2" fmla="*/ 83655 w 83655"/>
                <a:gd name="connsiteY2" fmla="*/ 41827 h 83654"/>
                <a:gd name="connsiteX3" fmla="*/ 71386 w 83655"/>
                <a:gd name="connsiteY3" fmla="*/ 12269 h 83654"/>
                <a:gd name="connsiteX4" fmla="*/ 41828 w 83655"/>
                <a:gd name="connsiteY4" fmla="*/ 0 h 83654"/>
                <a:gd name="connsiteX5" fmla="*/ 12269 w 83655"/>
                <a:gd name="connsiteY5" fmla="*/ 12269 h 83654"/>
                <a:gd name="connsiteX6" fmla="*/ 0 w 83655"/>
                <a:gd name="connsiteY6" fmla="*/ 41827 h 83654"/>
                <a:gd name="connsiteX7" fmla="*/ 12269 w 83655"/>
                <a:gd name="connsiteY7" fmla="*/ 71386 h 83654"/>
                <a:gd name="connsiteX8" fmla="*/ 41828 w 83655"/>
                <a:gd name="connsiteY8" fmla="*/ 83655 h 8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655" h="83654">
                  <a:moveTo>
                    <a:pt x="41828" y="83655"/>
                  </a:moveTo>
                  <a:cubicBezTo>
                    <a:pt x="52982" y="83655"/>
                    <a:pt x="63578" y="79193"/>
                    <a:pt x="71386" y="71386"/>
                  </a:cubicBezTo>
                  <a:cubicBezTo>
                    <a:pt x="79193" y="63578"/>
                    <a:pt x="83655" y="52842"/>
                    <a:pt x="83655" y="41827"/>
                  </a:cubicBezTo>
                  <a:cubicBezTo>
                    <a:pt x="83655" y="30813"/>
                    <a:pt x="79193" y="20077"/>
                    <a:pt x="71386" y="12269"/>
                  </a:cubicBezTo>
                  <a:cubicBezTo>
                    <a:pt x="63578" y="4461"/>
                    <a:pt x="52842" y="0"/>
                    <a:pt x="41828" y="0"/>
                  </a:cubicBezTo>
                  <a:cubicBezTo>
                    <a:pt x="30813" y="0"/>
                    <a:pt x="20077" y="4461"/>
                    <a:pt x="12269" y="12269"/>
                  </a:cubicBezTo>
                  <a:cubicBezTo>
                    <a:pt x="4461" y="20077"/>
                    <a:pt x="0" y="30813"/>
                    <a:pt x="0" y="41827"/>
                  </a:cubicBezTo>
                  <a:cubicBezTo>
                    <a:pt x="0" y="52842"/>
                    <a:pt x="4461" y="63578"/>
                    <a:pt x="12269" y="71386"/>
                  </a:cubicBezTo>
                  <a:cubicBezTo>
                    <a:pt x="20077" y="79193"/>
                    <a:pt x="30813" y="83655"/>
                    <a:pt x="41828" y="83655"/>
                  </a:cubicBezTo>
                  <a:close/>
                </a:path>
              </a:pathLst>
            </a:custGeom>
            <a:solidFill>
              <a:srgbClr val="000000"/>
            </a:solidFill>
            <a:ln w="6894" cap="flat">
              <a:solidFill>
                <a:srgbClr val="48484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4" name="Forme libre : forme 183">
              <a:extLst>
                <a:ext uri="{FF2B5EF4-FFF2-40B4-BE49-F238E27FC236}">
                  <a16:creationId xmlns:a16="http://schemas.microsoft.com/office/drawing/2014/main" id="{CC655826-1973-3F7D-3332-798884471F1C}"/>
                </a:ext>
              </a:extLst>
            </p:cNvPr>
            <p:cNvSpPr/>
            <p:nvPr/>
          </p:nvSpPr>
          <p:spPr>
            <a:xfrm>
              <a:off x="8853441" y="3826205"/>
              <a:ext cx="83655" cy="83654"/>
            </a:xfrm>
            <a:custGeom>
              <a:avLst/>
              <a:gdLst>
                <a:gd name="connsiteX0" fmla="*/ 41828 w 83655"/>
                <a:gd name="connsiteY0" fmla="*/ 83655 h 83654"/>
                <a:gd name="connsiteX1" fmla="*/ 71386 w 83655"/>
                <a:gd name="connsiteY1" fmla="*/ 71386 h 83654"/>
                <a:gd name="connsiteX2" fmla="*/ 83655 w 83655"/>
                <a:gd name="connsiteY2" fmla="*/ 41827 h 83654"/>
                <a:gd name="connsiteX3" fmla="*/ 71386 w 83655"/>
                <a:gd name="connsiteY3" fmla="*/ 12269 h 83654"/>
                <a:gd name="connsiteX4" fmla="*/ 41828 w 83655"/>
                <a:gd name="connsiteY4" fmla="*/ 0 h 83654"/>
                <a:gd name="connsiteX5" fmla="*/ 12269 w 83655"/>
                <a:gd name="connsiteY5" fmla="*/ 12269 h 83654"/>
                <a:gd name="connsiteX6" fmla="*/ 0 w 83655"/>
                <a:gd name="connsiteY6" fmla="*/ 41827 h 83654"/>
                <a:gd name="connsiteX7" fmla="*/ 12269 w 83655"/>
                <a:gd name="connsiteY7" fmla="*/ 71386 h 83654"/>
                <a:gd name="connsiteX8" fmla="*/ 41828 w 83655"/>
                <a:gd name="connsiteY8" fmla="*/ 83655 h 8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655" h="83654">
                  <a:moveTo>
                    <a:pt x="41828" y="83655"/>
                  </a:moveTo>
                  <a:cubicBezTo>
                    <a:pt x="52982" y="83655"/>
                    <a:pt x="63578" y="79193"/>
                    <a:pt x="71386" y="71386"/>
                  </a:cubicBezTo>
                  <a:cubicBezTo>
                    <a:pt x="79193" y="63578"/>
                    <a:pt x="83655" y="52842"/>
                    <a:pt x="83655" y="41827"/>
                  </a:cubicBezTo>
                  <a:cubicBezTo>
                    <a:pt x="83655" y="30813"/>
                    <a:pt x="79193" y="20077"/>
                    <a:pt x="71386" y="12269"/>
                  </a:cubicBezTo>
                  <a:cubicBezTo>
                    <a:pt x="63578" y="4461"/>
                    <a:pt x="52842" y="0"/>
                    <a:pt x="41828" y="0"/>
                  </a:cubicBezTo>
                  <a:cubicBezTo>
                    <a:pt x="30813" y="0"/>
                    <a:pt x="20077" y="4461"/>
                    <a:pt x="12269" y="12269"/>
                  </a:cubicBezTo>
                  <a:cubicBezTo>
                    <a:pt x="4461" y="20077"/>
                    <a:pt x="0" y="30813"/>
                    <a:pt x="0" y="41827"/>
                  </a:cubicBezTo>
                  <a:cubicBezTo>
                    <a:pt x="0" y="52842"/>
                    <a:pt x="4461" y="63578"/>
                    <a:pt x="12269" y="71386"/>
                  </a:cubicBezTo>
                  <a:cubicBezTo>
                    <a:pt x="20077" y="79193"/>
                    <a:pt x="30813" y="83655"/>
                    <a:pt x="41828" y="83655"/>
                  </a:cubicBezTo>
                  <a:close/>
                </a:path>
              </a:pathLst>
            </a:custGeom>
            <a:solidFill>
              <a:srgbClr val="000000"/>
            </a:solidFill>
            <a:ln w="6894" cap="flat">
              <a:solidFill>
                <a:srgbClr val="48484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5" name="Forme libre : forme 184">
              <a:extLst>
                <a:ext uri="{FF2B5EF4-FFF2-40B4-BE49-F238E27FC236}">
                  <a16:creationId xmlns:a16="http://schemas.microsoft.com/office/drawing/2014/main" id="{C3972B34-AF47-A540-3DCC-0B73DAA33FFC}"/>
                </a:ext>
              </a:extLst>
            </p:cNvPr>
            <p:cNvSpPr/>
            <p:nvPr/>
          </p:nvSpPr>
          <p:spPr>
            <a:xfrm>
              <a:off x="8853441" y="4184388"/>
              <a:ext cx="83655" cy="83654"/>
            </a:xfrm>
            <a:custGeom>
              <a:avLst/>
              <a:gdLst>
                <a:gd name="connsiteX0" fmla="*/ 41828 w 83655"/>
                <a:gd name="connsiteY0" fmla="*/ 83655 h 83654"/>
                <a:gd name="connsiteX1" fmla="*/ 71386 w 83655"/>
                <a:gd name="connsiteY1" fmla="*/ 71386 h 83654"/>
                <a:gd name="connsiteX2" fmla="*/ 83655 w 83655"/>
                <a:gd name="connsiteY2" fmla="*/ 41827 h 83654"/>
                <a:gd name="connsiteX3" fmla="*/ 71386 w 83655"/>
                <a:gd name="connsiteY3" fmla="*/ 12269 h 83654"/>
                <a:gd name="connsiteX4" fmla="*/ 41828 w 83655"/>
                <a:gd name="connsiteY4" fmla="*/ 0 h 83654"/>
                <a:gd name="connsiteX5" fmla="*/ 12269 w 83655"/>
                <a:gd name="connsiteY5" fmla="*/ 12269 h 83654"/>
                <a:gd name="connsiteX6" fmla="*/ 0 w 83655"/>
                <a:gd name="connsiteY6" fmla="*/ 41827 h 83654"/>
                <a:gd name="connsiteX7" fmla="*/ 12269 w 83655"/>
                <a:gd name="connsiteY7" fmla="*/ 71386 h 83654"/>
                <a:gd name="connsiteX8" fmla="*/ 41828 w 83655"/>
                <a:gd name="connsiteY8" fmla="*/ 83655 h 8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655" h="83654">
                  <a:moveTo>
                    <a:pt x="41828" y="83655"/>
                  </a:moveTo>
                  <a:cubicBezTo>
                    <a:pt x="52982" y="83655"/>
                    <a:pt x="63578" y="79193"/>
                    <a:pt x="71386" y="71386"/>
                  </a:cubicBezTo>
                  <a:cubicBezTo>
                    <a:pt x="79193" y="63578"/>
                    <a:pt x="83655" y="52842"/>
                    <a:pt x="83655" y="41827"/>
                  </a:cubicBezTo>
                  <a:cubicBezTo>
                    <a:pt x="83655" y="30813"/>
                    <a:pt x="79193" y="20077"/>
                    <a:pt x="71386" y="12269"/>
                  </a:cubicBezTo>
                  <a:cubicBezTo>
                    <a:pt x="63578" y="4461"/>
                    <a:pt x="52842" y="0"/>
                    <a:pt x="41828" y="0"/>
                  </a:cubicBezTo>
                  <a:cubicBezTo>
                    <a:pt x="30813" y="0"/>
                    <a:pt x="20077" y="4461"/>
                    <a:pt x="12269" y="12269"/>
                  </a:cubicBezTo>
                  <a:cubicBezTo>
                    <a:pt x="4461" y="20077"/>
                    <a:pt x="0" y="30813"/>
                    <a:pt x="0" y="41827"/>
                  </a:cubicBezTo>
                  <a:cubicBezTo>
                    <a:pt x="0" y="52842"/>
                    <a:pt x="4461" y="63578"/>
                    <a:pt x="12269" y="71386"/>
                  </a:cubicBezTo>
                  <a:cubicBezTo>
                    <a:pt x="20077" y="79193"/>
                    <a:pt x="30813" y="83655"/>
                    <a:pt x="41828" y="83655"/>
                  </a:cubicBezTo>
                  <a:close/>
                </a:path>
              </a:pathLst>
            </a:custGeom>
            <a:solidFill>
              <a:srgbClr val="000000"/>
            </a:solidFill>
            <a:ln w="6894" cap="flat">
              <a:solidFill>
                <a:srgbClr val="48484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86" name="Forme libre : forme 185">
            <a:extLst>
              <a:ext uri="{FF2B5EF4-FFF2-40B4-BE49-F238E27FC236}">
                <a16:creationId xmlns:a16="http://schemas.microsoft.com/office/drawing/2014/main" id="{0D9082CB-E7B3-3116-A0D9-26D5123978C9}"/>
              </a:ext>
            </a:extLst>
          </p:cNvPr>
          <p:cNvSpPr/>
          <p:nvPr/>
        </p:nvSpPr>
        <p:spPr>
          <a:xfrm>
            <a:off x="7017492" y="4024746"/>
            <a:ext cx="1073015" cy="13942"/>
          </a:xfrm>
          <a:custGeom>
            <a:avLst/>
            <a:gdLst>
              <a:gd name="connsiteX0" fmla="*/ 0 w 1073015"/>
              <a:gd name="connsiteY0" fmla="*/ 0 h 13942"/>
              <a:gd name="connsiteX1" fmla="*/ 1073015 w 1073015"/>
              <a:gd name="connsiteY1" fmla="*/ 0 h 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3015" h="13942">
                <a:moveTo>
                  <a:pt x="0" y="0"/>
                </a:moveTo>
                <a:lnTo>
                  <a:pt x="1073015" y="0"/>
                </a:lnTo>
              </a:path>
            </a:pathLst>
          </a:custGeom>
          <a:noFill/>
          <a:ln w="6894" cap="flat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7" name="Forme libre : forme 186">
            <a:extLst>
              <a:ext uri="{FF2B5EF4-FFF2-40B4-BE49-F238E27FC236}">
                <a16:creationId xmlns:a16="http://schemas.microsoft.com/office/drawing/2014/main" id="{E94B50AE-BF4F-CC2F-44CA-A4CF34739BF8}"/>
              </a:ext>
            </a:extLst>
          </p:cNvPr>
          <p:cNvSpPr/>
          <p:nvPr/>
        </p:nvSpPr>
        <p:spPr>
          <a:xfrm>
            <a:off x="8358761" y="2099845"/>
            <a:ext cx="1073014" cy="13942"/>
          </a:xfrm>
          <a:custGeom>
            <a:avLst/>
            <a:gdLst>
              <a:gd name="connsiteX0" fmla="*/ 0 w 1073014"/>
              <a:gd name="connsiteY0" fmla="*/ 0 h 13942"/>
              <a:gd name="connsiteX1" fmla="*/ 1073015 w 1073014"/>
              <a:gd name="connsiteY1" fmla="*/ 0 h 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3014" h="13942">
                <a:moveTo>
                  <a:pt x="0" y="0"/>
                </a:moveTo>
                <a:lnTo>
                  <a:pt x="1073015" y="0"/>
                </a:lnTo>
              </a:path>
            </a:pathLst>
          </a:custGeom>
          <a:noFill/>
          <a:ln w="6894" cap="flat">
            <a:solidFill>
              <a:srgbClr val="484848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8" name="Forme libre : forme 187">
            <a:extLst>
              <a:ext uri="{FF2B5EF4-FFF2-40B4-BE49-F238E27FC236}">
                <a16:creationId xmlns:a16="http://schemas.microsoft.com/office/drawing/2014/main" id="{918B9235-B262-770F-FF6B-B076EC79B6C8}"/>
              </a:ext>
            </a:extLst>
          </p:cNvPr>
          <p:cNvSpPr/>
          <p:nvPr/>
        </p:nvSpPr>
        <p:spPr>
          <a:xfrm>
            <a:off x="6883366" y="1687983"/>
            <a:ext cx="13942" cy="2659113"/>
          </a:xfrm>
          <a:custGeom>
            <a:avLst/>
            <a:gdLst>
              <a:gd name="connsiteX0" fmla="*/ 0 w 13942"/>
              <a:gd name="connsiteY0" fmla="*/ 2659113 h 2659113"/>
              <a:gd name="connsiteX1" fmla="*/ 0 w 13942"/>
              <a:gd name="connsiteY1" fmla="*/ 0 h 265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42" h="2659113">
                <a:moveTo>
                  <a:pt x="0" y="2659113"/>
                </a:moveTo>
                <a:lnTo>
                  <a:pt x="0" y="0"/>
                </a:lnTo>
              </a:path>
            </a:pathLst>
          </a:custGeom>
          <a:noFill/>
          <a:ln w="5515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9" name="Forme libre : forme 188">
            <a:extLst>
              <a:ext uri="{FF2B5EF4-FFF2-40B4-BE49-F238E27FC236}">
                <a16:creationId xmlns:a16="http://schemas.microsoft.com/office/drawing/2014/main" id="{55BC4261-1543-46BF-928A-5390B4010378}"/>
              </a:ext>
            </a:extLst>
          </p:cNvPr>
          <p:cNvSpPr/>
          <p:nvPr/>
        </p:nvSpPr>
        <p:spPr>
          <a:xfrm>
            <a:off x="6883366" y="4347097"/>
            <a:ext cx="2682537" cy="13942"/>
          </a:xfrm>
          <a:custGeom>
            <a:avLst/>
            <a:gdLst>
              <a:gd name="connsiteX0" fmla="*/ 0 w 2682537"/>
              <a:gd name="connsiteY0" fmla="*/ 0 h 13942"/>
              <a:gd name="connsiteX1" fmla="*/ 2682537 w 2682537"/>
              <a:gd name="connsiteY1" fmla="*/ 0 h 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82537" h="13942">
                <a:moveTo>
                  <a:pt x="0" y="0"/>
                </a:moveTo>
                <a:lnTo>
                  <a:pt x="2682537" y="0"/>
                </a:lnTo>
              </a:path>
            </a:pathLst>
          </a:custGeom>
          <a:noFill/>
          <a:ln w="5515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190" name="Graphique 2">
            <a:extLst>
              <a:ext uri="{FF2B5EF4-FFF2-40B4-BE49-F238E27FC236}">
                <a16:creationId xmlns:a16="http://schemas.microsoft.com/office/drawing/2014/main" id="{AFD483D9-F91C-E861-820E-35C142288A59}"/>
              </a:ext>
            </a:extLst>
          </p:cNvPr>
          <p:cNvGrpSpPr/>
          <p:nvPr/>
        </p:nvGrpSpPr>
        <p:grpSpPr>
          <a:xfrm>
            <a:off x="7316699" y="1774009"/>
            <a:ext cx="958590" cy="4868001"/>
            <a:chOff x="7316699" y="1774009"/>
            <a:chExt cx="958590" cy="4868001"/>
          </a:xfrm>
          <a:solidFill>
            <a:srgbClr val="000000"/>
          </a:solidFill>
        </p:grpSpPr>
        <p:sp>
          <p:nvSpPr>
            <p:cNvPr id="191" name="Forme libre : forme 190">
              <a:extLst>
                <a:ext uri="{FF2B5EF4-FFF2-40B4-BE49-F238E27FC236}">
                  <a16:creationId xmlns:a16="http://schemas.microsoft.com/office/drawing/2014/main" id="{4972DDCA-21D9-1B7B-7DA0-B44C16880DD0}"/>
                </a:ext>
              </a:extLst>
            </p:cNvPr>
            <p:cNvSpPr/>
            <p:nvPr/>
          </p:nvSpPr>
          <p:spPr>
            <a:xfrm>
              <a:off x="7592342" y="3877931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8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2" name="Forme libre : forme 191">
              <a:extLst>
                <a:ext uri="{FF2B5EF4-FFF2-40B4-BE49-F238E27FC236}">
                  <a16:creationId xmlns:a16="http://schemas.microsoft.com/office/drawing/2014/main" id="{9C58568A-BE14-C348-9D18-B004A6843128}"/>
                </a:ext>
              </a:extLst>
            </p:cNvPr>
            <p:cNvSpPr/>
            <p:nvPr/>
          </p:nvSpPr>
          <p:spPr>
            <a:xfrm>
              <a:off x="7575332" y="4146603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8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3" name="Forme libre : forme 192">
              <a:extLst>
                <a:ext uri="{FF2B5EF4-FFF2-40B4-BE49-F238E27FC236}">
                  <a16:creationId xmlns:a16="http://schemas.microsoft.com/office/drawing/2014/main" id="{2D868D25-C1D9-A439-057C-E984662DEAD8}"/>
                </a:ext>
              </a:extLst>
            </p:cNvPr>
            <p:cNvSpPr/>
            <p:nvPr/>
          </p:nvSpPr>
          <p:spPr>
            <a:xfrm>
              <a:off x="7389897" y="396758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4 w 69712"/>
                <a:gd name="connsiteY1" fmla="*/ 59535 h 69712"/>
                <a:gd name="connsiteX2" fmla="*/ 69713 w 69712"/>
                <a:gd name="connsiteY2" fmla="*/ 34856 h 69712"/>
                <a:gd name="connsiteX3" fmla="*/ 59534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1" y="66087"/>
                    <a:pt x="59534" y="59535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4" y="10178"/>
                  </a:cubicBezTo>
                  <a:cubicBezTo>
                    <a:pt x="52981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4" name="Forme libre : forme 193">
              <a:extLst>
                <a:ext uri="{FF2B5EF4-FFF2-40B4-BE49-F238E27FC236}">
                  <a16:creationId xmlns:a16="http://schemas.microsoft.com/office/drawing/2014/main" id="{4140BB67-A394-5EFE-9E68-CD004308CA20}"/>
                </a:ext>
              </a:extLst>
            </p:cNvPr>
            <p:cNvSpPr/>
            <p:nvPr/>
          </p:nvSpPr>
          <p:spPr>
            <a:xfrm>
              <a:off x="7519144" y="2087297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5" name="Forme libre : forme 194">
              <a:extLst>
                <a:ext uri="{FF2B5EF4-FFF2-40B4-BE49-F238E27FC236}">
                  <a16:creationId xmlns:a16="http://schemas.microsoft.com/office/drawing/2014/main" id="{28D410A8-F9AD-F6C6-6A68-0E8A4C87AD30}"/>
                </a:ext>
              </a:extLst>
            </p:cNvPr>
            <p:cNvSpPr/>
            <p:nvPr/>
          </p:nvSpPr>
          <p:spPr>
            <a:xfrm>
              <a:off x="7648530" y="4146603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8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6" name="Forme libre : forme 195">
              <a:extLst>
                <a:ext uri="{FF2B5EF4-FFF2-40B4-BE49-F238E27FC236}">
                  <a16:creationId xmlns:a16="http://schemas.microsoft.com/office/drawing/2014/main" id="{73B87F27-7D30-7021-8EDD-D3369ECA3170}"/>
                </a:ext>
              </a:extLst>
            </p:cNvPr>
            <p:cNvSpPr/>
            <p:nvPr/>
          </p:nvSpPr>
          <p:spPr>
            <a:xfrm>
              <a:off x="7316699" y="4146603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4 w 69712"/>
                <a:gd name="connsiteY1" fmla="*/ 59535 h 69712"/>
                <a:gd name="connsiteX2" fmla="*/ 69713 w 69712"/>
                <a:gd name="connsiteY2" fmla="*/ 34856 h 69712"/>
                <a:gd name="connsiteX3" fmla="*/ 59534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1" y="66088"/>
                    <a:pt x="59534" y="59535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4" y="10178"/>
                  </a:cubicBezTo>
                  <a:cubicBezTo>
                    <a:pt x="52981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7" name="Forme libre : forme 196">
              <a:extLst>
                <a:ext uri="{FF2B5EF4-FFF2-40B4-BE49-F238E27FC236}">
                  <a16:creationId xmlns:a16="http://schemas.microsoft.com/office/drawing/2014/main" id="{9BD2E3E0-0F55-2774-DD09-13445C48E048}"/>
                </a:ext>
              </a:extLst>
            </p:cNvPr>
            <p:cNvSpPr/>
            <p:nvPr/>
          </p:nvSpPr>
          <p:spPr>
            <a:xfrm>
              <a:off x="7721728" y="4146603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8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8" name="Forme libre : forme 197">
              <a:extLst>
                <a:ext uri="{FF2B5EF4-FFF2-40B4-BE49-F238E27FC236}">
                  <a16:creationId xmlns:a16="http://schemas.microsoft.com/office/drawing/2014/main" id="{5E47B149-4E40-B700-1C95-18C52D2C4E9D}"/>
                </a:ext>
              </a:extLst>
            </p:cNvPr>
            <p:cNvSpPr/>
            <p:nvPr/>
          </p:nvSpPr>
          <p:spPr>
            <a:xfrm>
              <a:off x="7463095" y="4057093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4 w 69712"/>
                <a:gd name="connsiteY1" fmla="*/ 59535 h 69712"/>
                <a:gd name="connsiteX2" fmla="*/ 69713 w 69712"/>
                <a:gd name="connsiteY2" fmla="*/ 34856 h 69712"/>
                <a:gd name="connsiteX3" fmla="*/ 59534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1" y="66088"/>
                    <a:pt x="59534" y="59535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4" y="10178"/>
                  </a:cubicBezTo>
                  <a:cubicBezTo>
                    <a:pt x="52981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9" name="Forme libre : forme 198">
              <a:extLst>
                <a:ext uri="{FF2B5EF4-FFF2-40B4-BE49-F238E27FC236}">
                  <a16:creationId xmlns:a16="http://schemas.microsoft.com/office/drawing/2014/main" id="{5E7A3A77-A0DE-A383-C699-0A2A819C2A67}"/>
                </a:ext>
              </a:extLst>
            </p:cNvPr>
            <p:cNvSpPr/>
            <p:nvPr/>
          </p:nvSpPr>
          <p:spPr>
            <a:xfrm>
              <a:off x="7519144" y="1774009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0" name="Forme libre : forme 199">
              <a:extLst>
                <a:ext uri="{FF2B5EF4-FFF2-40B4-BE49-F238E27FC236}">
                  <a16:creationId xmlns:a16="http://schemas.microsoft.com/office/drawing/2014/main" id="{65B6A6FB-4B57-801E-D337-C2CA56B37838}"/>
                </a:ext>
              </a:extLst>
            </p:cNvPr>
            <p:cNvSpPr/>
            <p:nvPr/>
          </p:nvSpPr>
          <p:spPr>
            <a:xfrm>
              <a:off x="7463095" y="4146603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4 w 69712"/>
                <a:gd name="connsiteY1" fmla="*/ 59535 h 69712"/>
                <a:gd name="connsiteX2" fmla="*/ 69713 w 69712"/>
                <a:gd name="connsiteY2" fmla="*/ 34856 h 69712"/>
                <a:gd name="connsiteX3" fmla="*/ 59534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1" y="66088"/>
                    <a:pt x="59534" y="59535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4" y="10178"/>
                  </a:cubicBezTo>
                  <a:cubicBezTo>
                    <a:pt x="52981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1" name="Forme libre : forme 200">
              <a:extLst>
                <a:ext uri="{FF2B5EF4-FFF2-40B4-BE49-F238E27FC236}">
                  <a16:creationId xmlns:a16="http://schemas.microsoft.com/office/drawing/2014/main" id="{27B5112D-8053-7EC3-94E9-4840E51CCB51}"/>
                </a:ext>
              </a:extLst>
            </p:cNvPr>
            <p:cNvSpPr/>
            <p:nvPr/>
          </p:nvSpPr>
          <p:spPr>
            <a:xfrm>
              <a:off x="7389897" y="3833176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4 w 69712"/>
                <a:gd name="connsiteY1" fmla="*/ 59534 h 69712"/>
                <a:gd name="connsiteX2" fmla="*/ 69713 w 69712"/>
                <a:gd name="connsiteY2" fmla="*/ 34856 h 69712"/>
                <a:gd name="connsiteX3" fmla="*/ 59534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1" y="66087"/>
                    <a:pt x="59534" y="59534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4" y="10178"/>
                  </a:cubicBezTo>
                  <a:cubicBezTo>
                    <a:pt x="52981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2" name="Forme libre : forme 201">
              <a:extLst>
                <a:ext uri="{FF2B5EF4-FFF2-40B4-BE49-F238E27FC236}">
                  <a16:creationId xmlns:a16="http://schemas.microsoft.com/office/drawing/2014/main" id="{30E67627-8AF9-9860-0BD9-B4E1992CA32C}"/>
                </a:ext>
              </a:extLst>
            </p:cNvPr>
            <p:cNvSpPr/>
            <p:nvPr/>
          </p:nvSpPr>
          <p:spPr>
            <a:xfrm>
              <a:off x="7519144" y="4191359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1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3" name="Forme libre : forme 202">
              <a:extLst>
                <a:ext uri="{FF2B5EF4-FFF2-40B4-BE49-F238E27FC236}">
                  <a16:creationId xmlns:a16="http://schemas.microsoft.com/office/drawing/2014/main" id="{84FE043F-BD71-9252-7639-4FB5A8422788}"/>
                </a:ext>
              </a:extLst>
            </p:cNvPr>
            <p:cNvSpPr/>
            <p:nvPr/>
          </p:nvSpPr>
          <p:spPr>
            <a:xfrm>
              <a:off x="7463095" y="396758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4 w 69712"/>
                <a:gd name="connsiteY1" fmla="*/ 59535 h 69712"/>
                <a:gd name="connsiteX2" fmla="*/ 69713 w 69712"/>
                <a:gd name="connsiteY2" fmla="*/ 34856 h 69712"/>
                <a:gd name="connsiteX3" fmla="*/ 59534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1" y="66087"/>
                    <a:pt x="59534" y="59535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4" y="10178"/>
                  </a:cubicBezTo>
                  <a:cubicBezTo>
                    <a:pt x="52981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4" name="Forme libre : forme 203">
              <a:extLst>
                <a:ext uri="{FF2B5EF4-FFF2-40B4-BE49-F238E27FC236}">
                  <a16:creationId xmlns:a16="http://schemas.microsoft.com/office/drawing/2014/main" id="{F9630A0F-72F3-4296-F100-014EAEA9425B}"/>
                </a:ext>
              </a:extLst>
            </p:cNvPr>
            <p:cNvSpPr/>
            <p:nvPr/>
          </p:nvSpPr>
          <p:spPr>
            <a:xfrm>
              <a:off x="7519144" y="4101848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8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5" name="Forme libre : forme 204">
              <a:extLst>
                <a:ext uri="{FF2B5EF4-FFF2-40B4-BE49-F238E27FC236}">
                  <a16:creationId xmlns:a16="http://schemas.microsoft.com/office/drawing/2014/main" id="{FD58D1F7-50CF-CAC7-7E12-195D681CFAE5}"/>
                </a:ext>
              </a:extLst>
            </p:cNvPr>
            <p:cNvSpPr/>
            <p:nvPr/>
          </p:nvSpPr>
          <p:spPr>
            <a:xfrm>
              <a:off x="7519144" y="4012337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8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6" name="Forme libre : forme 205">
              <a:extLst>
                <a:ext uri="{FF2B5EF4-FFF2-40B4-BE49-F238E27FC236}">
                  <a16:creationId xmlns:a16="http://schemas.microsoft.com/office/drawing/2014/main" id="{CC76D301-EFF6-4392-7404-2895A5AF0C69}"/>
                </a:ext>
              </a:extLst>
            </p:cNvPr>
            <p:cNvSpPr/>
            <p:nvPr/>
          </p:nvSpPr>
          <p:spPr>
            <a:xfrm>
              <a:off x="7445945" y="2087297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7" name="Forme libre : forme 206">
              <a:extLst>
                <a:ext uri="{FF2B5EF4-FFF2-40B4-BE49-F238E27FC236}">
                  <a16:creationId xmlns:a16="http://schemas.microsoft.com/office/drawing/2014/main" id="{AB1F5C91-3EDE-5E02-E385-41B94CE15F94}"/>
                </a:ext>
              </a:extLst>
            </p:cNvPr>
            <p:cNvSpPr/>
            <p:nvPr/>
          </p:nvSpPr>
          <p:spPr>
            <a:xfrm>
              <a:off x="7445945" y="3877931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8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8" name="Forme libre : forme 207">
              <a:extLst>
                <a:ext uri="{FF2B5EF4-FFF2-40B4-BE49-F238E27FC236}">
                  <a16:creationId xmlns:a16="http://schemas.microsoft.com/office/drawing/2014/main" id="{6C2CF42D-8FC3-B546-E381-19F5C3D95FF1}"/>
                </a:ext>
              </a:extLst>
            </p:cNvPr>
            <p:cNvSpPr/>
            <p:nvPr/>
          </p:nvSpPr>
          <p:spPr>
            <a:xfrm>
              <a:off x="7389897" y="4146603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4 w 69712"/>
                <a:gd name="connsiteY1" fmla="*/ 59535 h 69712"/>
                <a:gd name="connsiteX2" fmla="*/ 69713 w 69712"/>
                <a:gd name="connsiteY2" fmla="*/ 34856 h 69712"/>
                <a:gd name="connsiteX3" fmla="*/ 59534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1" y="66088"/>
                    <a:pt x="59534" y="59535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4" y="10178"/>
                  </a:cubicBezTo>
                  <a:cubicBezTo>
                    <a:pt x="52981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9" name="Forme libre : forme 208">
              <a:extLst>
                <a:ext uri="{FF2B5EF4-FFF2-40B4-BE49-F238E27FC236}">
                  <a16:creationId xmlns:a16="http://schemas.microsoft.com/office/drawing/2014/main" id="{387B4993-524E-C8BD-BF89-886A179B62D6}"/>
                </a:ext>
              </a:extLst>
            </p:cNvPr>
            <p:cNvSpPr/>
            <p:nvPr/>
          </p:nvSpPr>
          <p:spPr>
            <a:xfrm>
              <a:off x="7519144" y="3877931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8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8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0" name="Forme libre : forme 209">
              <a:extLst>
                <a:ext uri="{FF2B5EF4-FFF2-40B4-BE49-F238E27FC236}">
                  <a16:creationId xmlns:a16="http://schemas.microsoft.com/office/drawing/2014/main" id="{3925944D-CDFA-4F82-5747-D0CE657E2DEA}"/>
                </a:ext>
              </a:extLst>
            </p:cNvPr>
            <p:cNvSpPr/>
            <p:nvPr/>
          </p:nvSpPr>
          <p:spPr>
            <a:xfrm>
              <a:off x="7575332" y="396758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5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11" name="Graphique 2">
            <a:extLst>
              <a:ext uri="{FF2B5EF4-FFF2-40B4-BE49-F238E27FC236}">
                <a16:creationId xmlns:a16="http://schemas.microsoft.com/office/drawing/2014/main" id="{18900989-7E82-4C47-92B6-C6FE64FF62D4}"/>
              </a:ext>
            </a:extLst>
          </p:cNvPr>
          <p:cNvGrpSpPr/>
          <p:nvPr/>
        </p:nvGrpSpPr>
        <p:grpSpPr>
          <a:xfrm>
            <a:off x="8731165" y="1774009"/>
            <a:ext cx="662988" cy="4868001"/>
            <a:chOff x="8731165" y="1774009"/>
            <a:chExt cx="662988" cy="4868001"/>
          </a:xfrm>
          <a:solidFill>
            <a:srgbClr val="000000"/>
          </a:solidFill>
        </p:grpSpPr>
        <p:sp>
          <p:nvSpPr>
            <p:cNvPr id="212" name="Forme libre : forme 211">
              <a:extLst>
                <a:ext uri="{FF2B5EF4-FFF2-40B4-BE49-F238E27FC236}">
                  <a16:creationId xmlns:a16="http://schemas.microsoft.com/office/drawing/2014/main" id="{9B491FE6-3644-7013-80EC-DB65A78755B8}"/>
                </a:ext>
              </a:extLst>
            </p:cNvPr>
            <p:cNvSpPr/>
            <p:nvPr/>
          </p:nvSpPr>
          <p:spPr>
            <a:xfrm>
              <a:off x="8860412" y="396758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5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5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5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5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3" name="Forme libre : forme 212">
              <a:extLst>
                <a:ext uri="{FF2B5EF4-FFF2-40B4-BE49-F238E27FC236}">
                  <a16:creationId xmlns:a16="http://schemas.microsoft.com/office/drawing/2014/main" id="{A9F70ED7-75B2-F77C-92E3-26F8800F6672}"/>
                </a:ext>
              </a:extLst>
            </p:cNvPr>
            <p:cNvSpPr/>
            <p:nvPr/>
          </p:nvSpPr>
          <p:spPr>
            <a:xfrm>
              <a:off x="8860412" y="3833176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4" name="Forme libre : forme 213">
              <a:extLst>
                <a:ext uri="{FF2B5EF4-FFF2-40B4-BE49-F238E27FC236}">
                  <a16:creationId xmlns:a16="http://schemas.microsoft.com/office/drawing/2014/main" id="{B81576EA-0C63-E59A-873E-4126C729735F}"/>
                </a:ext>
              </a:extLst>
            </p:cNvPr>
            <p:cNvSpPr/>
            <p:nvPr/>
          </p:nvSpPr>
          <p:spPr>
            <a:xfrm>
              <a:off x="8916601" y="1818764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1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5" name="Forme libre : forme 214">
              <a:extLst>
                <a:ext uri="{FF2B5EF4-FFF2-40B4-BE49-F238E27FC236}">
                  <a16:creationId xmlns:a16="http://schemas.microsoft.com/office/drawing/2014/main" id="{06743B11-A1DA-1760-5D24-AEA998164D3A}"/>
                </a:ext>
              </a:extLst>
            </p:cNvPr>
            <p:cNvSpPr/>
            <p:nvPr/>
          </p:nvSpPr>
          <p:spPr>
            <a:xfrm>
              <a:off x="8787214" y="222170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6" name="Forme libre : forme 215">
              <a:extLst>
                <a:ext uri="{FF2B5EF4-FFF2-40B4-BE49-F238E27FC236}">
                  <a16:creationId xmlns:a16="http://schemas.microsoft.com/office/drawing/2014/main" id="{396663EC-F376-DEF9-9CD7-12A818865B75}"/>
                </a:ext>
              </a:extLst>
            </p:cNvPr>
            <p:cNvSpPr/>
            <p:nvPr/>
          </p:nvSpPr>
          <p:spPr>
            <a:xfrm>
              <a:off x="8989799" y="2087297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Forme libre : forme 216">
              <a:extLst>
                <a:ext uri="{FF2B5EF4-FFF2-40B4-BE49-F238E27FC236}">
                  <a16:creationId xmlns:a16="http://schemas.microsoft.com/office/drawing/2014/main" id="{80E993A4-72A9-2614-4CD5-32DC9166A2D9}"/>
                </a:ext>
              </a:extLst>
            </p:cNvPr>
            <p:cNvSpPr/>
            <p:nvPr/>
          </p:nvSpPr>
          <p:spPr>
            <a:xfrm>
              <a:off x="8860412" y="4191359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8" name="Forme libre : forme 217">
              <a:extLst>
                <a:ext uri="{FF2B5EF4-FFF2-40B4-BE49-F238E27FC236}">
                  <a16:creationId xmlns:a16="http://schemas.microsoft.com/office/drawing/2014/main" id="{B7E01B65-8109-CB38-949C-013EFAA3C1A5}"/>
                </a:ext>
              </a:extLst>
            </p:cNvPr>
            <p:cNvSpPr/>
            <p:nvPr/>
          </p:nvSpPr>
          <p:spPr>
            <a:xfrm>
              <a:off x="8804363" y="1818764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1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9" name="Forme libre : forme 218">
              <a:extLst>
                <a:ext uri="{FF2B5EF4-FFF2-40B4-BE49-F238E27FC236}">
                  <a16:creationId xmlns:a16="http://schemas.microsoft.com/office/drawing/2014/main" id="{E2267DEB-A9FF-7D89-5E54-C600C3A7C20B}"/>
                </a:ext>
              </a:extLst>
            </p:cNvPr>
            <p:cNvSpPr/>
            <p:nvPr/>
          </p:nvSpPr>
          <p:spPr>
            <a:xfrm>
              <a:off x="8933611" y="213205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0" name="Forme libre : forme 219">
              <a:extLst>
                <a:ext uri="{FF2B5EF4-FFF2-40B4-BE49-F238E27FC236}">
                  <a16:creationId xmlns:a16="http://schemas.microsoft.com/office/drawing/2014/main" id="{62C12A67-869A-D50D-1CF2-60634BFC451D}"/>
                </a:ext>
              </a:extLst>
            </p:cNvPr>
            <p:cNvSpPr/>
            <p:nvPr/>
          </p:nvSpPr>
          <p:spPr>
            <a:xfrm>
              <a:off x="8731165" y="1997786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1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1" name="Forme libre : forme 220">
              <a:extLst>
                <a:ext uri="{FF2B5EF4-FFF2-40B4-BE49-F238E27FC236}">
                  <a16:creationId xmlns:a16="http://schemas.microsoft.com/office/drawing/2014/main" id="{B2C5D59A-98EA-F84D-B6AA-D88C8EB28D2B}"/>
                </a:ext>
              </a:extLst>
            </p:cNvPr>
            <p:cNvSpPr/>
            <p:nvPr/>
          </p:nvSpPr>
          <p:spPr>
            <a:xfrm>
              <a:off x="8989799" y="1997786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1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2" name="Forme libre : forme 221">
              <a:extLst>
                <a:ext uri="{FF2B5EF4-FFF2-40B4-BE49-F238E27FC236}">
                  <a16:creationId xmlns:a16="http://schemas.microsoft.com/office/drawing/2014/main" id="{210985EA-7B4B-E057-6DFE-3ABEB7F2C9C5}"/>
                </a:ext>
              </a:extLst>
            </p:cNvPr>
            <p:cNvSpPr/>
            <p:nvPr/>
          </p:nvSpPr>
          <p:spPr>
            <a:xfrm>
              <a:off x="8860412" y="1774009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2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3" name="Forme libre : forme 222">
              <a:extLst>
                <a:ext uri="{FF2B5EF4-FFF2-40B4-BE49-F238E27FC236}">
                  <a16:creationId xmlns:a16="http://schemas.microsoft.com/office/drawing/2014/main" id="{872BD82C-6A93-3EC3-23A2-4A89D16D442D}"/>
                </a:ext>
              </a:extLst>
            </p:cNvPr>
            <p:cNvSpPr/>
            <p:nvPr/>
          </p:nvSpPr>
          <p:spPr>
            <a:xfrm>
              <a:off x="8860412" y="1863519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4" name="Forme libre : forme 223">
              <a:extLst>
                <a:ext uri="{FF2B5EF4-FFF2-40B4-BE49-F238E27FC236}">
                  <a16:creationId xmlns:a16="http://schemas.microsoft.com/office/drawing/2014/main" id="{DE59569E-38A2-430A-550D-2E34753F16C6}"/>
                </a:ext>
              </a:extLst>
            </p:cNvPr>
            <p:cNvSpPr/>
            <p:nvPr/>
          </p:nvSpPr>
          <p:spPr>
            <a:xfrm>
              <a:off x="8860412" y="1953030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5" name="Forme libre : forme 224">
              <a:extLst>
                <a:ext uri="{FF2B5EF4-FFF2-40B4-BE49-F238E27FC236}">
                  <a16:creationId xmlns:a16="http://schemas.microsoft.com/office/drawing/2014/main" id="{C885FA8E-D69D-F110-4BCD-72D81156CD8C}"/>
                </a:ext>
              </a:extLst>
            </p:cNvPr>
            <p:cNvSpPr/>
            <p:nvPr/>
          </p:nvSpPr>
          <p:spPr>
            <a:xfrm>
              <a:off x="8787214" y="213205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6" name="Forme libre : forme 225">
              <a:extLst>
                <a:ext uri="{FF2B5EF4-FFF2-40B4-BE49-F238E27FC236}">
                  <a16:creationId xmlns:a16="http://schemas.microsoft.com/office/drawing/2014/main" id="{F0FE052D-0DDC-D12D-DE10-F63C4DDA3156}"/>
                </a:ext>
              </a:extLst>
            </p:cNvPr>
            <p:cNvSpPr/>
            <p:nvPr/>
          </p:nvSpPr>
          <p:spPr>
            <a:xfrm>
              <a:off x="8860412" y="213205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7" name="Forme libre : forme 226">
              <a:extLst>
                <a:ext uri="{FF2B5EF4-FFF2-40B4-BE49-F238E27FC236}">
                  <a16:creationId xmlns:a16="http://schemas.microsoft.com/office/drawing/2014/main" id="{5D599DE9-CC66-E75A-6719-95DDCF400B42}"/>
                </a:ext>
              </a:extLst>
            </p:cNvPr>
            <p:cNvSpPr/>
            <p:nvPr/>
          </p:nvSpPr>
          <p:spPr>
            <a:xfrm>
              <a:off x="8860412" y="2221702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8" name="Forme libre : forme 227">
              <a:extLst>
                <a:ext uri="{FF2B5EF4-FFF2-40B4-BE49-F238E27FC236}">
                  <a16:creationId xmlns:a16="http://schemas.microsoft.com/office/drawing/2014/main" id="{D3F9CCCC-F97C-7482-A716-C4BC63733F10}"/>
                </a:ext>
              </a:extLst>
            </p:cNvPr>
            <p:cNvSpPr/>
            <p:nvPr/>
          </p:nvSpPr>
          <p:spPr>
            <a:xfrm>
              <a:off x="8804363" y="1997786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1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9" name="Forme libre : forme 228">
              <a:extLst>
                <a:ext uri="{FF2B5EF4-FFF2-40B4-BE49-F238E27FC236}">
                  <a16:creationId xmlns:a16="http://schemas.microsoft.com/office/drawing/2014/main" id="{080302C7-ABE0-4F68-B8E6-0DCD6A9C542F}"/>
                </a:ext>
              </a:extLst>
            </p:cNvPr>
            <p:cNvSpPr/>
            <p:nvPr/>
          </p:nvSpPr>
          <p:spPr>
            <a:xfrm>
              <a:off x="8916601" y="1997786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1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0" name="Forme libre : forme 229">
              <a:extLst>
                <a:ext uri="{FF2B5EF4-FFF2-40B4-BE49-F238E27FC236}">
                  <a16:creationId xmlns:a16="http://schemas.microsoft.com/office/drawing/2014/main" id="{5CE5F0C3-B654-AFB3-FE8A-97DFD5B4C78E}"/>
                </a:ext>
              </a:extLst>
            </p:cNvPr>
            <p:cNvSpPr/>
            <p:nvPr/>
          </p:nvSpPr>
          <p:spPr>
            <a:xfrm>
              <a:off x="8860412" y="2042541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7" y="52981"/>
                    <a:pt x="69713" y="44198"/>
                    <a:pt x="69713" y="34856"/>
                  </a:cubicBezTo>
                  <a:cubicBezTo>
                    <a:pt x="69713" y="25515"/>
                    <a:pt x="66087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1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1" name="Forme libre : forme 230">
              <a:extLst>
                <a:ext uri="{FF2B5EF4-FFF2-40B4-BE49-F238E27FC236}">
                  <a16:creationId xmlns:a16="http://schemas.microsoft.com/office/drawing/2014/main" id="{0F035745-230E-AD0C-22D9-B272EEE2ABCB}"/>
                </a:ext>
              </a:extLst>
            </p:cNvPr>
            <p:cNvSpPr/>
            <p:nvPr/>
          </p:nvSpPr>
          <p:spPr>
            <a:xfrm>
              <a:off x="8731165" y="2087297"/>
              <a:ext cx="69712" cy="69712"/>
            </a:xfrm>
            <a:custGeom>
              <a:avLst/>
              <a:gdLst>
                <a:gd name="connsiteX0" fmla="*/ 34856 w 69712"/>
                <a:gd name="connsiteY0" fmla="*/ 69712 h 69712"/>
                <a:gd name="connsiteX1" fmla="*/ 59535 w 69712"/>
                <a:gd name="connsiteY1" fmla="*/ 59534 h 69712"/>
                <a:gd name="connsiteX2" fmla="*/ 69713 w 69712"/>
                <a:gd name="connsiteY2" fmla="*/ 34856 h 69712"/>
                <a:gd name="connsiteX3" fmla="*/ 59535 w 69712"/>
                <a:gd name="connsiteY3" fmla="*/ 10178 h 69712"/>
                <a:gd name="connsiteX4" fmla="*/ 34856 w 69712"/>
                <a:gd name="connsiteY4" fmla="*/ 0 h 69712"/>
                <a:gd name="connsiteX5" fmla="*/ 10178 w 69712"/>
                <a:gd name="connsiteY5" fmla="*/ 10178 h 69712"/>
                <a:gd name="connsiteX6" fmla="*/ 0 w 69712"/>
                <a:gd name="connsiteY6" fmla="*/ 34856 h 69712"/>
                <a:gd name="connsiteX7" fmla="*/ 10178 w 69712"/>
                <a:gd name="connsiteY7" fmla="*/ 59534 h 69712"/>
                <a:gd name="connsiteX8" fmla="*/ 34856 w 69712"/>
                <a:gd name="connsiteY8" fmla="*/ 69712 h 6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712" h="69712">
                  <a:moveTo>
                    <a:pt x="34856" y="69712"/>
                  </a:moveTo>
                  <a:cubicBezTo>
                    <a:pt x="44058" y="69712"/>
                    <a:pt x="52982" y="66087"/>
                    <a:pt x="59535" y="59534"/>
                  </a:cubicBezTo>
                  <a:cubicBezTo>
                    <a:pt x="66088" y="52982"/>
                    <a:pt x="69713" y="44198"/>
                    <a:pt x="69713" y="34856"/>
                  </a:cubicBezTo>
                  <a:cubicBezTo>
                    <a:pt x="69713" y="25515"/>
                    <a:pt x="66088" y="16731"/>
                    <a:pt x="59535" y="10178"/>
                  </a:cubicBezTo>
                  <a:cubicBezTo>
                    <a:pt x="52982" y="3625"/>
                    <a:pt x="44198" y="0"/>
                    <a:pt x="34856" y="0"/>
                  </a:cubicBezTo>
                  <a:cubicBezTo>
                    <a:pt x="25515" y="0"/>
                    <a:pt x="16731" y="3625"/>
                    <a:pt x="10178" y="10178"/>
                  </a:cubicBezTo>
                  <a:cubicBezTo>
                    <a:pt x="3625" y="16731"/>
                    <a:pt x="0" y="25515"/>
                    <a:pt x="0" y="34856"/>
                  </a:cubicBezTo>
                  <a:cubicBezTo>
                    <a:pt x="0" y="44198"/>
                    <a:pt x="3625" y="52982"/>
                    <a:pt x="10178" y="59534"/>
                  </a:cubicBezTo>
                  <a:cubicBezTo>
                    <a:pt x="16731" y="66087"/>
                    <a:pt x="25515" y="69712"/>
                    <a:pt x="34856" y="6971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8724344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Tableau 125"/>
          <p:cNvGraphicFramePr/>
          <p:nvPr/>
        </p:nvGraphicFramePr>
        <p:xfrm>
          <a:off x="805680" y="1036800"/>
          <a:ext cx="8348400" cy="3850305"/>
        </p:xfrm>
        <a:graphic>
          <a:graphicData uri="http://schemas.openxmlformats.org/drawingml/2006/table">
            <a:tbl>
              <a:tblPr/>
              <a:tblGrid>
                <a:gridCol w="83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3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3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3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4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Subject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Seg.1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3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100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0.29450532281826813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0.3123614390540079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0.32984540196605133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0.34260443111294225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0.3506974933578329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0.3564999445647938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0.38441289378333776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3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0.29969420499975064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0.3050412796592624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0.3113423478629586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0.3174059823874761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0.32476799445114524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0.33958143411035807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0.3720782026328896</a:t>
                      </a:r>
                    </a:p>
                  </a:txBody>
                  <a:tcPr anchor="ctr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062208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0.30290362344871746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0.3139299335902156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0.3265514118013284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0.33997531558414257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0.35392165904898326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0.36998791477186294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0.39516617191668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3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0.2550646436920872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0.26628531489072166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0.27803069418657583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0.29126747958751453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0.2986099692324162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0.3091664531363234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0.3588663517853628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0.2606969516994714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0.2771857784799971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0.29450957145568846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0.31358434020253473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0.32338791363225333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0.33199115932319406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0.3560638425477553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0.2112370463304045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0.22027267323474467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0.2287878814792557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0.24034408157308057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0.25382553001418706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0.2661320133426597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0.29299858222465885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0.25604787527412665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0.2639338150861601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0.27704934359181244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0.29030647309106533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0.3019633857230773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0.31273904516751794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0.35288256971384657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0.2882732508415677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0.2937102121630478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0.30259920004014473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0.3091726852948311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0.3120876354217834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0.3126547837635295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0.33630556441735726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0.27374690129114604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0.29069762565610746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0.30570647589236005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0.31941922878182855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0.32736011106459245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0.33641111110574023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0.36774273564573334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0" strike="noStrike" spc="-1">
                          <a:latin typeface="Arial"/>
                        </a:rPr>
                        <a:t>40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0.25883544835330846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0.27519453676447003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0.28809807520838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0.2959893480902339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0.2964476244225325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effectLst/>
                          <a:latin typeface="Liberation Sans" panose="020B0604020202020204" pitchFamily="34" charset="0"/>
                        </a:rPr>
                        <a:t>0.3005732534153121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…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effectLst/>
                          <a:latin typeface="Liberation Sans" panose="020B0604020202020204" pitchFamily="34" charset="0"/>
                        </a:rPr>
                        <a:t>0.3719224466424956</a:t>
                      </a:r>
                    </a:p>
                  </a:txBody>
                  <a:tcPr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A3DCA98B-0D5D-75A1-67F4-240E36E57EB0}"/>
              </a:ext>
            </a:extLst>
          </p:cNvPr>
          <p:cNvSpPr txBox="1"/>
          <p:nvPr/>
        </p:nvSpPr>
        <p:spPr>
          <a:xfrm>
            <a:off x="805680" y="271272"/>
            <a:ext cx="5038724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 b="1" dirty="0">
                <a:solidFill>
                  <a:schemeClr val="tx2"/>
                </a:solidFill>
              </a:rPr>
              <a:t>The Data</a:t>
            </a:r>
          </a:p>
        </p:txBody>
      </p:sp>
    </p:spTree>
    <p:extLst>
      <p:ext uri="{BB962C8B-B14F-4D97-AF65-F5344CB8AC3E}">
        <p14:creationId xmlns:p14="http://schemas.microsoft.com/office/powerpoint/2010/main" val="211513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</TotalTime>
  <Words>2874</Words>
  <Application>Microsoft Office PowerPoint</Application>
  <PresentationFormat>Personnalisé</PresentationFormat>
  <Paragraphs>573</Paragraphs>
  <Slides>70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70</vt:i4>
      </vt:variant>
    </vt:vector>
  </HeadingPairs>
  <TitlesOfParts>
    <vt:vector size="81" baseType="lpstr">
      <vt:lpstr>Aptos</vt:lpstr>
      <vt:lpstr>Arial</vt:lpstr>
      <vt:lpstr>Calibri</vt:lpstr>
      <vt:lpstr>Calibri Light</vt:lpstr>
      <vt:lpstr>Liberation Sans</vt:lpstr>
      <vt:lpstr>Symbol</vt:lpstr>
      <vt:lpstr>Times New Roman</vt:lpstr>
      <vt:lpstr>Wingdings</vt:lpstr>
      <vt:lpstr>Office Theme</vt:lpstr>
      <vt:lpstr>Office Theme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CATZ Nicolas</cp:lastModifiedBy>
  <cp:revision>8</cp:revision>
  <dcterms:created xsi:type="dcterms:W3CDTF">2025-03-14T15:36:28Z</dcterms:created>
  <dcterms:modified xsi:type="dcterms:W3CDTF">2025-03-16T17:08:40Z</dcterms:modified>
  <dc:language>fr-FR</dc:language>
</cp:coreProperties>
</file>